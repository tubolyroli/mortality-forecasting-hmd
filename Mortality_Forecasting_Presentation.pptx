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3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4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1"/>
  </p:notesMasterIdLst>
  <p:handoutMasterIdLst>
    <p:handoutMasterId r:id="rId22"/>
  </p:handoutMasterIdLst>
  <p:sldIdLst>
    <p:sldId id="310" r:id="rId5"/>
    <p:sldId id="308" r:id="rId6"/>
    <p:sldId id="280" r:id="rId7"/>
    <p:sldId id="290" r:id="rId8"/>
    <p:sldId id="267" r:id="rId9"/>
    <p:sldId id="286" r:id="rId10"/>
    <p:sldId id="289" r:id="rId11"/>
    <p:sldId id="299" r:id="rId12"/>
    <p:sldId id="298" r:id="rId13"/>
    <p:sldId id="303" r:id="rId14"/>
    <p:sldId id="304" r:id="rId15"/>
    <p:sldId id="305" r:id="rId16"/>
    <p:sldId id="307" r:id="rId17"/>
    <p:sldId id="270" r:id="rId18"/>
    <p:sldId id="309" r:id="rId19"/>
    <p:sldId id="277" r:id="rId20"/>
  </p:sldIdLst>
  <p:sldSz cx="12192000" cy="6858000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4EEE9"/>
    <a:srgbClr val="1A203D"/>
    <a:srgbClr val="EADFD6"/>
    <a:srgbClr val="8E6634"/>
    <a:srgbClr val="C09154"/>
    <a:srgbClr val="FFFFFF"/>
    <a:srgbClr val="C7975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67F4049-92C0-4677-AA49-394E3F44B45C}" v="234" dt="2025-12-09T20:57:40.560"/>
    <p1510:client id="{8404ACA2-9DFA-D341-8D36-E92E5DB7464E}" v="219" dt="2025-12-09T22:03:59.655"/>
    <p1510:client id="{C3470A5B-4AC5-A373-335A-85DDDE600B96}" v="10" dt="2025-12-09T20:12:23.772"/>
    <p1510:client id="{C8DE7C62-B0F9-481D-83C2-3B0DC0E50739}" v="12" dt="2025-12-09T20:13:49.206"/>
    <p1510:client id="{DA2A06B4-8AE5-4F3A-B993-3E05E125579F}" v="10" dt="2025-12-09T18:41:47.49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Közepesen sötét stílus 2 – 1. jelölőszín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8"/>
    <p:restoredTop sz="95934"/>
  </p:normalViewPr>
  <p:slideViewPr>
    <p:cSldViewPr snapToGrid="0">
      <p:cViewPr varScale="1">
        <p:scale>
          <a:sx n="110" d="100"/>
          <a:sy n="110" d="100"/>
        </p:scale>
        <p:origin x="65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handoutMaster" Target="handoutMasters/handoutMaster1.xml"/><Relationship Id="rId27" Type="http://schemas.microsoft.com/office/2015/10/relationships/revisionInfo" Target="revisionInfo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228CD39-6F3A-43C7-8416-220CC6CB2591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hu-HU"/>
        </a:p>
      </dgm:t>
    </dgm:pt>
    <dgm:pt modelId="{2C5683E3-D2D7-4171-A7E2-DBBD1D63F2C1}">
      <dgm:prSet phldrT="[Szöveg]"/>
      <dgm:spPr>
        <a:solidFill>
          <a:srgbClr val="C79759"/>
        </a:solidFill>
        <a:ln>
          <a:solidFill>
            <a:srgbClr val="8E6634"/>
          </a:solidFill>
        </a:ln>
      </dgm:spPr>
      <dgm:t>
        <a:bodyPr/>
        <a:lstStyle/>
        <a:p>
          <a:r>
            <a:rPr lang="en-GB" noProof="0">
              <a:latin typeface="Times New Roman" panose="02020603050405020304" pitchFamily="18" charset="0"/>
              <a:cs typeface="Times New Roman" panose="02020603050405020304" pitchFamily="18" charset="0"/>
            </a:rPr>
            <a:t>Policy making</a:t>
          </a:r>
        </a:p>
      </dgm:t>
    </dgm:pt>
    <dgm:pt modelId="{41F98A37-0AD2-42AF-92C3-A7350708C93D}" type="parTrans" cxnId="{07D9F890-48D0-49F9-BF82-64553A39C720}">
      <dgm:prSet/>
      <dgm:spPr/>
      <dgm:t>
        <a:bodyPr/>
        <a:lstStyle/>
        <a:p>
          <a:endParaRPr lang="hu-HU"/>
        </a:p>
      </dgm:t>
    </dgm:pt>
    <dgm:pt modelId="{FF6F0C4A-49B2-42B4-A499-8B31043F9253}" type="sibTrans" cxnId="{07D9F890-48D0-49F9-BF82-64553A39C720}">
      <dgm:prSet/>
      <dgm:spPr/>
      <dgm:t>
        <a:bodyPr/>
        <a:lstStyle/>
        <a:p>
          <a:endParaRPr lang="hu-HU"/>
        </a:p>
      </dgm:t>
    </dgm:pt>
    <dgm:pt modelId="{34F117D7-3597-49DE-A875-A4F10A350C15}">
      <dgm:prSet phldrT="[Szöveg]"/>
      <dgm:spPr>
        <a:solidFill>
          <a:srgbClr val="C79759"/>
        </a:solidFill>
        <a:ln>
          <a:solidFill>
            <a:srgbClr val="8E6634"/>
          </a:solidFill>
        </a:ln>
      </dgm:spPr>
      <dgm:t>
        <a:bodyPr/>
        <a:lstStyle/>
        <a:p>
          <a:r>
            <a:rPr lang="en-GB" noProof="0"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rPr>
            <a:t>Pensions, insurance</a:t>
          </a:r>
          <a:endParaRPr lang="en-GB" noProof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9F2B76FA-4DCA-45CC-81E8-CAEE77AC2888}" type="parTrans" cxnId="{1F7226E4-71BA-486C-A1E1-2C5F04EAABBD}">
      <dgm:prSet/>
      <dgm:spPr/>
      <dgm:t>
        <a:bodyPr/>
        <a:lstStyle/>
        <a:p>
          <a:endParaRPr lang="hu-HU"/>
        </a:p>
      </dgm:t>
    </dgm:pt>
    <dgm:pt modelId="{F7B3395F-5CDA-46C6-877F-FADE28B94A6D}" type="sibTrans" cxnId="{1F7226E4-71BA-486C-A1E1-2C5F04EAABBD}">
      <dgm:prSet/>
      <dgm:spPr/>
      <dgm:t>
        <a:bodyPr/>
        <a:lstStyle/>
        <a:p>
          <a:endParaRPr lang="hu-HU"/>
        </a:p>
      </dgm:t>
    </dgm:pt>
    <dgm:pt modelId="{B70C3DC6-2A4B-48B1-B335-B73CCD6C0DC7}">
      <dgm:prSet phldrT="[Szöveg]" custT="1"/>
      <dgm:spPr/>
      <dgm:t>
        <a:bodyPr/>
        <a:lstStyle/>
        <a:p>
          <a:r>
            <a:rPr lang="hu-HU" sz="2800" noProof="0" err="1">
              <a:solidFill>
                <a:srgbClr val="1A203D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State</a:t>
          </a:r>
          <a:r>
            <a:rPr lang="hu-HU" sz="2800" noProof="0">
              <a:solidFill>
                <a:srgbClr val="1A203D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hu-HU" sz="2800" noProof="0" err="1">
              <a:solidFill>
                <a:srgbClr val="1A203D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pension</a:t>
          </a:r>
          <a:r>
            <a:rPr lang="hu-HU" sz="2800" noProof="0">
              <a:solidFill>
                <a:srgbClr val="1A203D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hu-HU" sz="2800" noProof="0" err="1">
              <a:solidFill>
                <a:srgbClr val="1A203D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system</a:t>
          </a:r>
          <a:endParaRPr lang="en-GB" sz="2800" noProof="0">
            <a:solidFill>
              <a:srgbClr val="1A203D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7D06A609-5A7C-43FD-8434-5E08309C1B31}" type="parTrans" cxnId="{AEC5B7BF-5084-4A8C-A332-6B4B93BD9628}">
      <dgm:prSet/>
      <dgm:spPr/>
      <dgm:t>
        <a:bodyPr/>
        <a:lstStyle/>
        <a:p>
          <a:endParaRPr lang="hu-HU"/>
        </a:p>
      </dgm:t>
    </dgm:pt>
    <dgm:pt modelId="{BBB2D86B-6C0D-4980-8CA3-B6BD74693305}" type="sibTrans" cxnId="{AEC5B7BF-5084-4A8C-A332-6B4B93BD9628}">
      <dgm:prSet/>
      <dgm:spPr/>
      <dgm:t>
        <a:bodyPr/>
        <a:lstStyle/>
        <a:p>
          <a:endParaRPr lang="hu-HU"/>
        </a:p>
      </dgm:t>
    </dgm:pt>
    <dgm:pt modelId="{EA551CDC-2924-4F21-829B-39CB43C35E78}">
      <dgm:prSet phldrT="[Szöveg]" custT="1"/>
      <dgm:spPr/>
      <dgm:t>
        <a:bodyPr/>
        <a:lstStyle/>
        <a:p>
          <a:r>
            <a:rPr lang="hu-HU" sz="2800" noProof="0" err="1">
              <a:solidFill>
                <a:srgbClr val="1A203D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Capacity</a:t>
          </a:r>
          <a:r>
            <a:rPr lang="hu-HU" sz="2800" noProof="0">
              <a:solidFill>
                <a:srgbClr val="1A203D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of  </a:t>
          </a:r>
          <a:r>
            <a:rPr lang="hu-HU" sz="2800" noProof="0" err="1">
              <a:solidFill>
                <a:srgbClr val="1A203D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the</a:t>
          </a:r>
          <a:r>
            <a:rPr lang="hu-HU" sz="2800" noProof="0">
              <a:solidFill>
                <a:srgbClr val="1A203D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hu-HU" sz="2800" noProof="0" err="1">
              <a:solidFill>
                <a:srgbClr val="1A203D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public</a:t>
          </a:r>
          <a:r>
            <a:rPr lang="hu-HU" sz="2800" noProof="0">
              <a:solidFill>
                <a:srgbClr val="1A203D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hu-HU" sz="2800" noProof="0" err="1">
              <a:solidFill>
                <a:srgbClr val="1A203D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health</a:t>
          </a:r>
          <a:r>
            <a:rPr lang="hu-HU" sz="2800" noProof="0">
              <a:solidFill>
                <a:srgbClr val="1A203D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hu-HU" sz="2800" noProof="0" err="1">
              <a:solidFill>
                <a:srgbClr val="1A203D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system</a:t>
          </a:r>
          <a:endParaRPr lang="en-GB" sz="2800" noProof="0">
            <a:solidFill>
              <a:srgbClr val="1A203D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3EF20718-8CA2-4B5C-95F0-79FFABA87D6A}" type="parTrans" cxnId="{D35A1CD5-5F66-40FF-979B-A1DC4DA1AC04}">
      <dgm:prSet/>
      <dgm:spPr/>
      <dgm:t>
        <a:bodyPr/>
        <a:lstStyle/>
        <a:p>
          <a:endParaRPr lang="hu-HU"/>
        </a:p>
      </dgm:t>
    </dgm:pt>
    <dgm:pt modelId="{965E71F7-28F0-4704-8443-CDF78E5C3578}" type="sibTrans" cxnId="{D35A1CD5-5F66-40FF-979B-A1DC4DA1AC04}">
      <dgm:prSet/>
      <dgm:spPr/>
      <dgm:t>
        <a:bodyPr/>
        <a:lstStyle/>
        <a:p>
          <a:endParaRPr lang="hu-HU"/>
        </a:p>
      </dgm:t>
    </dgm:pt>
    <dgm:pt modelId="{96F15E10-7E0E-4797-9974-FB52009A11B5}">
      <dgm:prSet phldrT="[Szöveg]" custT="1"/>
      <dgm:spPr/>
      <dgm:t>
        <a:bodyPr/>
        <a:lstStyle/>
        <a:p>
          <a:r>
            <a:rPr lang="hu-HU" sz="2800" noProof="0" err="1">
              <a:solidFill>
                <a:srgbClr val="1A203D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Insurance</a:t>
          </a:r>
          <a:r>
            <a:rPr lang="hu-HU" sz="2800" noProof="0">
              <a:solidFill>
                <a:srgbClr val="1A203D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hu-HU" sz="2800" noProof="0" err="1">
              <a:solidFill>
                <a:srgbClr val="1A203D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companies</a:t>
          </a:r>
          <a:endParaRPr lang="en-GB" sz="2800" noProof="0">
            <a:solidFill>
              <a:srgbClr val="1A203D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AE0C22DE-778C-4D3F-A0E0-F986CA5FDB79}" type="parTrans" cxnId="{20D32CF5-CF61-4AA9-8EAD-3712443C3B01}">
      <dgm:prSet/>
      <dgm:spPr/>
      <dgm:t>
        <a:bodyPr/>
        <a:lstStyle/>
        <a:p>
          <a:endParaRPr lang="hu-HU"/>
        </a:p>
      </dgm:t>
    </dgm:pt>
    <dgm:pt modelId="{A7E46F23-32EC-4A0A-9F72-D8DA540652BA}" type="sibTrans" cxnId="{20D32CF5-CF61-4AA9-8EAD-3712443C3B01}">
      <dgm:prSet/>
      <dgm:spPr/>
      <dgm:t>
        <a:bodyPr/>
        <a:lstStyle/>
        <a:p>
          <a:endParaRPr lang="hu-HU"/>
        </a:p>
      </dgm:t>
    </dgm:pt>
    <dgm:pt modelId="{9859DA81-6BBF-491E-B3DF-7AA30B23A162}">
      <dgm:prSet phldrT="[Szöveg]" custT="1"/>
      <dgm:spPr/>
      <dgm:t>
        <a:bodyPr/>
        <a:lstStyle/>
        <a:p>
          <a:r>
            <a:rPr lang="hu-HU" sz="2800" noProof="0" err="1">
              <a:solidFill>
                <a:srgbClr val="1A203D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Size</a:t>
          </a:r>
          <a:r>
            <a:rPr lang="hu-HU" sz="2800" noProof="0">
              <a:solidFill>
                <a:srgbClr val="1A203D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of </a:t>
          </a:r>
          <a:r>
            <a:rPr lang="hu-HU" sz="2800" noProof="0" err="1">
              <a:solidFill>
                <a:srgbClr val="1A203D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active</a:t>
          </a:r>
          <a:r>
            <a:rPr lang="hu-HU" sz="2800" noProof="0">
              <a:solidFill>
                <a:srgbClr val="1A203D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hu-HU" sz="2800" noProof="0" err="1">
              <a:solidFill>
                <a:srgbClr val="1A203D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population</a:t>
          </a:r>
          <a:endParaRPr lang="en-GB" sz="2800" noProof="0">
            <a:solidFill>
              <a:srgbClr val="1A203D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1CADC924-60F4-46C5-989A-9A173888BD83}" type="parTrans" cxnId="{D762E7B4-5BD6-4B37-BA10-64CF9BBF28BA}">
      <dgm:prSet/>
      <dgm:spPr/>
      <dgm:t>
        <a:bodyPr/>
        <a:lstStyle/>
        <a:p>
          <a:endParaRPr lang="en-GB"/>
        </a:p>
      </dgm:t>
    </dgm:pt>
    <dgm:pt modelId="{C9A5B5E8-9AC8-4B7C-9845-ED7E4EC5EAF5}" type="sibTrans" cxnId="{D762E7B4-5BD6-4B37-BA10-64CF9BBF28BA}">
      <dgm:prSet/>
      <dgm:spPr/>
      <dgm:t>
        <a:bodyPr/>
        <a:lstStyle/>
        <a:p>
          <a:endParaRPr lang="en-GB"/>
        </a:p>
      </dgm:t>
    </dgm:pt>
    <dgm:pt modelId="{04E46A7F-FEEF-40CC-9E7B-B119A4FEE6AE}" type="pres">
      <dgm:prSet presAssocID="{1228CD39-6F3A-43C7-8416-220CC6CB2591}" presName="linear" presStyleCnt="0">
        <dgm:presLayoutVars>
          <dgm:animLvl val="lvl"/>
          <dgm:resizeHandles val="exact"/>
        </dgm:presLayoutVars>
      </dgm:prSet>
      <dgm:spPr/>
    </dgm:pt>
    <dgm:pt modelId="{3FF83438-1FE6-4949-B976-5751A6C98973}" type="pres">
      <dgm:prSet presAssocID="{2C5683E3-D2D7-4171-A7E2-DBBD1D63F2C1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5FA2A3A9-F209-4A28-AE2F-7730AB9217D0}" type="pres">
      <dgm:prSet presAssocID="{2C5683E3-D2D7-4171-A7E2-DBBD1D63F2C1}" presName="childText" presStyleLbl="revTx" presStyleIdx="0" presStyleCnt="2">
        <dgm:presLayoutVars>
          <dgm:bulletEnabled val="1"/>
        </dgm:presLayoutVars>
      </dgm:prSet>
      <dgm:spPr/>
    </dgm:pt>
    <dgm:pt modelId="{E2125982-5C51-4594-B77C-60F617E8F5B8}" type="pres">
      <dgm:prSet presAssocID="{34F117D7-3597-49DE-A875-A4F10A350C15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8E2A4574-3850-467D-8AFD-9428B9B3E46D}" type="pres">
      <dgm:prSet presAssocID="{34F117D7-3597-49DE-A875-A4F10A350C15}" presName="childText" presStyleLbl="revTx" presStyleIdx="1" presStyleCnt="2">
        <dgm:presLayoutVars>
          <dgm:bulletEnabled val="1"/>
        </dgm:presLayoutVars>
      </dgm:prSet>
      <dgm:spPr/>
    </dgm:pt>
  </dgm:ptLst>
  <dgm:cxnLst>
    <dgm:cxn modelId="{9312F301-B5BD-4A47-BD84-0EB816C24835}" type="presOf" srcId="{B70C3DC6-2A4B-48B1-B335-B73CCD6C0DC7}" destId="{8E2A4574-3850-467D-8AFD-9428B9B3E46D}" srcOrd="0" destOrd="0" presId="urn:microsoft.com/office/officeart/2005/8/layout/vList2"/>
    <dgm:cxn modelId="{EA5A0E08-9D93-418B-AB02-A0B8674B36EB}" type="presOf" srcId="{1228CD39-6F3A-43C7-8416-220CC6CB2591}" destId="{04E46A7F-FEEF-40CC-9E7B-B119A4FEE6AE}" srcOrd="0" destOrd="0" presId="urn:microsoft.com/office/officeart/2005/8/layout/vList2"/>
    <dgm:cxn modelId="{738DB73D-815E-4EDD-994F-E0D71A3D9077}" type="presOf" srcId="{2C5683E3-D2D7-4171-A7E2-DBBD1D63F2C1}" destId="{3FF83438-1FE6-4949-B976-5751A6C98973}" srcOrd="0" destOrd="0" presId="urn:microsoft.com/office/officeart/2005/8/layout/vList2"/>
    <dgm:cxn modelId="{C60ADD51-3196-4121-B179-C7A979D09D5A}" type="presOf" srcId="{9859DA81-6BBF-491E-B3DF-7AA30B23A162}" destId="{5FA2A3A9-F209-4A28-AE2F-7730AB9217D0}" srcOrd="0" destOrd="1" presId="urn:microsoft.com/office/officeart/2005/8/layout/vList2"/>
    <dgm:cxn modelId="{1979A958-A293-4CDE-ADBB-7108F24A6B43}" type="presOf" srcId="{34F117D7-3597-49DE-A875-A4F10A350C15}" destId="{E2125982-5C51-4594-B77C-60F617E8F5B8}" srcOrd="0" destOrd="0" presId="urn:microsoft.com/office/officeart/2005/8/layout/vList2"/>
    <dgm:cxn modelId="{52FAF381-B816-455C-BD87-67172104E62C}" type="presOf" srcId="{96F15E10-7E0E-4797-9974-FB52009A11B5}" destId="{8E2A4574-3850-467D-8AFD-9428B9B3E46D}" srcOrd="0" destOrd="1" presId="urn:microsoft.com/office/officeart/2005/8/layout/vList2"/>
    <dgm:cxn modelId="{07D9F890-48D0-49F9-BF82-64553A39C720}" srcId="{1228CD39-6F3A-43C7-8416-220CC6CB2591}" destId="{2C5683E3-D2D7-4171-A7E2-DBBD1D63F2C1}" srcOrd="0" destOrd="0" parTransId="{41F98A37-0AD2-42AF-92C3-A7350708C93D}" sibTransId="{FF6F0C4A-49B2-42B4-A499-8B31043F9253}"/>
    <dgm:cxn modelId="{D00BE1B0-6223-4026-83FD-41828C91EC15}" type="presOf" srcId="{EA551CDC-2924-4F21-829B-39CB43C35E78}" destId="{5FA2A3A9-F209-4A28-AE2F-7730AB9217D0}" srcOrd="0" destOrd="0" presId="urn:microsoft.com/office/officeart/2005/8/layout/vList2"/>
    <dgm:cxn modelId="{D762E7B4-5BD6-4B37-BA10-64CF9BBF28BA}" srcId="{2C5683E3-D2D7-4171-A7E2-DBBD1D63F2C1}" destId="{9859DA81-6BBF-491E-B3DF-7AA30B23A162}" srcOrd="1" destOrd="0" parTransId="{1CADC924-60F4-46C5-989A-9A173888BD83}" sibTransId="{C9A5B5E8-9AC8-4B7C-9845-ED7E4EC5EAF5}"/>
    <dgm:cxn modelId="{AEC5B7BF-5084-4A8C-A332-6B4B93BD9628}" srcId="{34F117D7-3597-49DE-A875-A4F10A350C15}" destId="{B70C3DC6-2A4B-48B1-B335-B73CCD6C0DC7}" srcOrd="0" destOrd="0" parTransId="{7D06A609-5A7C-43FD-8434-5E08309C1B31}" sibTransId="{BBB2D86B-6C0D-4980-8CA3-B6BD74693305}"/>
    <dgm:cxn modelId="{D35A1CD5-5F66-40FF-979B-A1DC4DA1AC04}" srcId="{2C5683E3-D2D7-4171-A7E2-DBBD1D63F2C1}" destId="{EA551CDC-2924-4F21-829B-39CB43C35E78}" srcOrd="0" destOrd="0" parTransId="{3EF20718-8CA2-4B5C-95F0-79FFABA87D6A}" sibTransId="{965E71F7-28F0-4704-8443-CDF78E5C3578}"/>
    <dgm:cxn modelId="{1F7226E4-71BA-486C-A1E1-2C5F04EAABBD}" srcId="{1228CD39-6F3A-43C7-8416-220CC6CB2591}" destId="{34F117D7-3597-49DE-A875-A4F10A350C15}" srcOrd="1" destOrd="0" parTransId="{9F2B76FA-4DCA-45CC-81E8-CAEE77AC2888}" sibTransId="{F7B3395F-5CDA-46C6-877F-FADE28B94A6D}"/>
    <dgm:cxn modelId="{20D32CF5-CF61-4AA9-8EAD-3712443C3B01}" srcId="{34F117D7-3597-49DE-A875-A4F10A350C15}" destId="{96F15E10-7E0E-4797-9974-FB52009A11B5}" srcOrd="1" destOrd="0" parTransId="{AE0C22DE-778C-4D3F-A0E0-F986CA5FDB79}" sibTransId="{A7E46F23-32EC-4A0A-9F72-D8DA540652BA}"/>
    <dgm:cxn modelId="{A8FCD585-E21C-447E-9169-B2FAD0EECA6C}" type="presParOf" srcId="{04E46A7F-FEEF-40CC-9E7B-B119A4FEE6AE}" destId="{3FF83438-1FE6-4949-B976-5751A6C98973}" srcOrd="0" destOrd="0" presId="urn:microsoft.com/office/officeart/2005/8/layout/vList2"/>
    <dgm:cxn modelId="{AC5CBE34-E661-4069-813F-907A7AB6BB40}" type="presParOf" srcId="{04E46A7F-FEEF-40CC-9E7B-B119A4FEE6AE}" destId="{5FA2A3A9-F209-4A28-AE2F-7730AB9217D0}" srcOrd="1" destOrd="0" presId="urn:microsoft.com/office/officeart/2005/8/layout/vList2"/>
    <dgm:cxn modelId="{E45DBE1F-82CE-4368-AA17-4C18E8D666BB}" type="presParOf" srcId="{04E46A7F-FEEF-40CC-9E7B-B119A4FEE6AE}" destId="{E2125982-5C51-4594-B77C-60F617E8F5B8}" srcOrd="2" destOrd="0" presId="urn:microsoft.com/office/officeart/2005/8/layout/vList2"/>
    <dgm:cxn modelId="{C40A13BC-88F4-47A5-8550-A1CB591BA702}" type="presParOf" srcId="{04E46A7F-FEEF-40CC-9E7B-B119A4FEE6AE}" destId="{8E2A4574-3850-467D-8AFD-9428B9B3E46D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77398D3-06AB-7C4D-ABEE-34DEA43D49B7}" type="doc">
      <dgm:prSet loTypeId="urn:microsoft.com/office/officeart/2008/layout/VerticalCurvedList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hu-HU"/>
        </a:p>
      </dgm:t>
    </dgm:pt>
    <dgm:pt modelId="{4CA0C096-7E49-D742-9493-B45FF632BFB8}">
      <dgm:prSet phldrT="[Szöveg]" custT="1"/>
      <dgm:spPr>
        <a:solidFill>
          <a:srgbClr val="1A203D"/>
        </a:solidFill>
      </dgm:spPr>
      <dgm:t>
        <a:bodyPr/>
        <a:lstStyle/>
        <a:p>
          <a:pPr>
            <a:buFont typeface="Wingdings" panose="05000000000000000000" pitchFamily="2" charset="2"/>
            <a:buChar char="§"/>
          </a:pPr>
          <a:r>
            <a:rPr lang="en-GB" sz="3400" noProof="0" dirty="0">
              <a:latin typeface="Times New Roman" panose="02020603050405020304" pitchFamily="18" charset="0"/>
              <a:cs typeface="Times New Roman" panose="02020603050405020304" pitchFamily="18" charset="0"/>
            </a:rPr>
            <a:t>30 countries, both sexes</a:t>
          </a:r>
        </a:p>
      </dgm:t>
    </dgm:pt>
    <dgm:pt modelId="{4C6BBE2B-FE10-C24B-8430-A3009BCF6657}" type="parTrans" cxnId="{2F184831-1F05-2347-9566-83FDD1EBAC1C}">
      <dgm:prSet/>
      <dgm:spPr/>
      <dgm:t>
        <a:bodyPr/>
        <a:lstStyle/>
        <a:p>
          <a:endParaRPr lang="hu-HU"/>
        </a:p>
      </dgm:t>
    </dgm:pt>
    <dgm:pt modelId="{0226A7D7-3C7C-B649-8C12-2B8170CD5A44}" type="sibTrans" cxnId="{2F184831-1F05-2347-9566-83FDD1EBAC1C}">
      <dgm:prSet/>
      <dgm:spPr/>
      <dgm:t>
        <a:bodyPr/>
        <a:lstStyle/>
        <a:p>
          <a:endParaRPr lang="hu-HU"/>
        </a:p>
      </dgm:t>
    </dgm:pt>
    <dgm:pt modelId="{A5A961B3-2DB0-BC48-A3EF-44C3CDCB83B5}">
      <dgm:prSet phldrT="[Szöveg]" custT="1"/>
      <dgm:spPr>
        <a:solidFill>
          <a:srgbClr val="1A203D"/>
        </a:solidFill>
      </dgm:spPr>
      <dgm:t>
        <a:bodyPr/>
        <a:lstStyle/>
        <a:p>
          <a:pPr>
            <a:buFont typeface="Wingdings" panose="05000000000000000000" pitchFamily="2" charset="2"/>
            <a:buChar char="§"/>
          </a:pPr>
          <a:r>
            <a:rPr lang="en-GB" sz="3400" noProof="0">
              <a:latin typeface="Times New Roman" panose="02020603050405020304" pitchFamily="18" charset="0"/>
              <a:cs typeface="Times New Roman" panose="02020603050405020304" pitchFamily="18" charset="0"/>
            </a:rPr>
            <a:t>0-90+ age groups</a:t>
          </a:r>
        </a:p>
      </dgm:t>
    </dgm:pt>
    <dgm:pt modelId="{621F8CB8-CC0C-A148-8163-22C8939773AD}" type="parTrans" cxnId="{684EBF72-15B9-1940-B58E-77ED082DE243}">
      <dgm:prSet/>
      <dgm:spPr/>
      <dgm:t>
        <a:bodyPr/>
        <a:lstStyle/>
        <a:p>
          <a:endParaRPr lang="hu-HU"/>
        </a:p>
      </dgm:t>
    </dgm:pt>
    <dgm:pt modelId="{270DD5E4-AF54-2346-8A5E-AB0DEABB9AB7}" type="sibTrans" cxnId="{684EBF72-15B9-1940-B58E-77ED082DE243}">
      <dgm:prSet/>
      <dgm:spPr/>
      <dgm:t>
        <a:bodyPr/>
        <a:lstStyle/>
        <a:p>
          <a:endParaRPr lang="hu-HU"/>
        </a:p>
      </dgm:t>
    </dgm:pt>
    <dgm:pt modelId="{432CC78B-4DD5-2B46-B2FE-F2ECC73E9CBD}">
      <dgm:prSet phldrT="[Szöveg]" custT="1"/>
      <dgm:spPr>
        <a:solidFill>
          <a:srgbClr val="1A203D"/>
        </a:solidFill>
      </dgm:spPr>
      <dgm:t>
        <a:bodyPr/>
        <a:lstStyle/>
        <a:p>
          <a:pPr>
            <a:buFont typeface="Wingdings" panose="05000000000000000000" pitchFamily="2" charset="2"/>
            <a:buChar char="§"/>
          </a:pPr>
          <a:r>
            <a:rPr lang="en-GB" sz="3400" noProof="0">
              <a:latin typeface="Times New Roman" panose="02020603050405020304" pitchFamily="18" charset="0"/>
              <a:cs typeface="Times New Roman" panose="02020603050405020304" pitchFamily="18" charset="0"/>
            </a:rPr>
            <a:t>Train: 1960-2004</a:t>
          </a:r>
        </a:p>
      </dgm:t>
    </dgm:pt>
    <dgm:pt modelId="{FD614E82-98CD-3C45-865E-31ADB1225CD5}" type="parTrans" cxnId="{EF11C67A-9452-E648-B101-82BAAFAD440D}">
      <dgm:prSet/>
      <dgm:spPr/>
      <dgm:t>
        <a:bodyPr/>
        <a:lstStyle/>
        <a:p>
          <a:endParaRPr lang="hu-HU"/>
        </a:p>
      </dgm:t>
    </dgm:pt>
    <dgm:pt modelId="{B0917467-D42D-3646-AD33-7B4A54EA3B36}" type="sibTrans" cxnId="{EF11C67A-9452-E648-B101-82BAAFAD440D}">
      <dgm:prSet/>
      <dgm:spPr/>
      <dgm:t>
        <a:bodyPr/>
        <a:lstStyle/>
        <a:p>
          <a:endParaRPr lang="hu-HU"/>
        </a:p>
      </dgm:t>
    </dgm:pt>
    <dgm:pt modelId="{CBE7BBAF-62E9-6E4A-A503-0F4D8C423E28}">
      <dgm:prSet custT="1"/>
      <dgm:spPr>
        <a:solidFill>
          <a:srgbClr val="1A203D"/>
        </a:solidFill>
      </dgm:spPr>
      <dgm:t>
        <a:bodyPr/>
        <a:lstStyle/>
        <a:p>
          <a:r>
            <a:rPr lang="en-GB" sz="3400" noProof="0">
              <a:latin typeface="Times New Roman" panose="02020603050405020304" pitchFamily="18" charset="0"/>
              <a:cs typeface="Times New Roman" panose="02020603050405020304" pitchFamily="18" charset="0"/>
            </a:rPr>
            <a:t>Test: 2005-2019</a:t>
          </a:r>
        </a:p>
      </dgm:t>
    </dgm:pt>
    <dgm:pt modelId="{53D01ED6-E6E6-2841-92D5-15C89FFCED60}" type="parTrans" cxnId="{E68CED10-7105-5046-A573-59CAC628D279}">
      <dgm:prSet/>
      <dgm:spPr/>
      <dgm:t>
        <a:bodyPr/>
        <a:lstStyle/>
        <a:p>
          <a:endParaRPr lang="hu-HU"/>
        </a:p>
      </dgm:t>
    </dgm:pt>
    <dgm:pt modelId="{452AE968-5A04-4643-9A1F-9537B0C613DF}" type="sibTrans" cxnId="{E68CED10-7105-5046-A573-59CAC628D279}">
      <dgm:prSet/>
      <dgm:spPr/>
      <dgm:t>
        <a:bodyPr/>
        <a:lstStyle/>
        <a:p>
          <a:endParaRPr lang="hu-HU"/>
        </a:p>
      </dgm:t>
    </dgm:pt>
    <dgm:pt modelId="{B5B27E46-4B5D-6C46-8392-83EFB1E7C2BE}" type="pres">
      <dgm:prSet presAssocID="{A77398D3-06AB-7C4D-ABEE-34DEA43D49B7}" presName="Name0" presStyleCnt="0">
        <dgm:presLayoutVars>
          <dgm:chMax val="7"/>
          <dgm:chPref val="7"/>
          <dgm:dir/>
        </dgm:presLayoutVars>
      </dgm:prSet>
      <dgm:spPr/>
    </dgm:pt>
    <dgm:pt modelId="{67263490-BE23-C643-96B8-0064B649F2EE}" type="pres">
      <dgm:prSet presAssocID="{A77398D3-06AB-7C4D-ABEE-34DEA43D49B7}" presName="Name1" presStyleCnt="0"/>
      <dgm:spPr/>
    </dgm:pt>
    <dgm:pt modelId="{708EA705-6D3A-8F4F-8C20-D8FCC5A83F80}" type="pres">
      <dgm:prSet presAssocID="{A77398D3-06AB-7C4D-ABEE-34DEA43D49B7}" presName="cycle" presStyleCnt="0"/>
      <dgm:spPr/>
    </dgm:pt>
    <dgm:pt modelId="{FB63368E-0D1F-554E-ACAF-DEF837ED7AE9}" type="pres">
      <dgm:prSet presAssocID="{A77398D3-06AB-7C4D-ABEE-34DEA43D49B7}" presName="srcNode" presStyleLbl="node1" presStyleIdx="0" presStyleCnt="4"/>
      <dgm:spPr/>
    </dgm:pt>
    <dgm:pt modelId="{77347CD2-E16E-E64F-9695-844C1426A2FB}" type="pres">
      <dgm:prSet presAssocID="{A77398D3-06AB-7C4D-ABEE-34DEA43D49B7}" presName="conn" presStyleLbl="parChTrans1D2" presStyleIdx="0" presStyleCnt="1"/>
      <dgm:spPr/>
    </dgm:pt>
    <dgm:pt modelId="{4434E091-1BC6-0641-89BD-99A488489450}" type="pres">
      <dgm:prSet presAssocID="{A77398D3-06AB-7C4D-ABEE-34DEA43D49B7}" presName="extraNode" presStyleLbl="node1" presStyleIdx="0" presStyleCnt="4"/>
      <dgm:spPr/>
    </dgm:pt>
    <dgm:pt modelId="{8BD8294E-AF4B-3247-9AE4-B8D1DD990DDF}" type="pres">
      <dgm:prSet presAssocID="{A77398D3-06AB-7C4D-ABEE-34DEA43D49B7}" presName="dstNode" presStyleLbl="node1" presStyleIdx="0" presStyleCnt="4"/>
      <dgm:spPr/>
    </dgm:pt>
    <dgm:pt modelId="{B6CAC0C6-5177-7A48-8E09-3F842403587A}" type="pres">
      <dgm:prSet presAssocID="{4CA0C096-7E49-D742-9493-B45FF632BFB8}" presName="text_1" presStyleLbl="node1" presStyleIdx="0" presStyleCnt="4">
        <dgm:presLayoutVars>
          <dgm:bulletEnabled val="1"/>
        </dgm:presLayoutVars>
      </dgm:prSet>
      <dgm:spPr/>
    </dgm:pt>
    <dgm:pt modelId="{41F8EE2E-712D-034A-8622-A9A213D5B96D}" type="pres">
      <dgm:prSet presAssocID="{4CA0C096-7E49-D742-9493-B45FF632BFB8}" presName="accent_1" presStyleCnt="0"/>
      <dgm:spPr/>
    </dgm:pt>
    <dgm:pt modelId="{A71909DC-B966-DE41-A510-DD66B7144BBA}" type="pres">
      <dgm:prSet presAssocID="{4CA0C096-7E49-D742-9493-B45FF632BFB8}" presName="accentRepeatNode" presStyleLbl="solidFgAcc1" presStyleIdx="0" presStyleCnt="4"/>
      <dgm:spPr/>
    </dgm:pt>
    <dgm:pt modelId="{CE3DB0CB-B20C-EB43-880F-E0227E422E0F}" type="pres">
      <dgm:prSet presAssocID="{A5A961B3-2DB0-BC48-A3EF-44C3CDCB83B5}" presName="text_2" presStyleLbl="node1" presStyleIdx="1" presStyleCnt="4">
        <dgm:presLayoutVars>
          <dgm:bulletEnabled val="1"/>
        </dgm:presLayoutVars>
      </dgm:prSet>
      <dgm:spPr/>
    </dgm:pt>
    <dgm:pt modelId="{DDF659CB-900B-5C4A-9C95-813F6F8ECC17}" type="pres">
      <dgm:prSet presAssocID="{A5A961B3-2DB0-BC48-A3EF-44C3CDCB83B5}" presName="accent_2" presStyleCnt="0"/>
      <dgm:spPr/>
    </dgm:pt>
    <dgm:pt modelId="{69432C1C-49CC-A743-A604-947E843D3C98}" type="pres">
      <dgm:prSet presAssocID="{A5A961B3-2DB0-BC48-A3EF-44C3CDCB83B5}" presName="accentRepeatNode" presStyleLbl="solidFgAcc1" presStyleIdx="1" presStyleCnt="4"/>
      <dgm:spPr/>
    </dgm:pt>
    <dgm:pt modelId="{BCD15834-541B-E448-ABA9-C665B73E8E94}" type="pres">
      <dgm:prSet presAssocID="{432CC78B-4DD5-2B46-B2FE-F2ECC73E9CBD}" presName="text_3" presStyleLbl="node1" presStyleIdx="2" presStyleCnt="4">
        <dgm:presLayoutVars>
          <dgm:bulletEnabled val="1"/>
        </dgm:presLayoutVars>
      </dgm:prSet>
      <dgm:spPr/>
    </dgm:pt>
    <dgm:pt modelId="{BE5CBBB5-B198-0C46-A89A-716AACF4704A}" type="pres">
      <dgm:prSet presAssocID="{432CC78B-4DD5-2B46-B2FE-F2ECC73E9CBD}" presName="accent_3" presStyleCnt="0"/>
      <dgm:spPr/>
    </dgm:pt>
    <dgm:pt modelId="{157CAC58-FB69-EC42-BEEF-C6A3D8D7157E}" type="pres">
      <dgm:prSet presAssocID="{432CC78B-4DD5-2B46-B2FE-F2ECC73E9CBD}" presName="accentRepeatNode" presStyleLbl="solidFgAcc1" presStyleIdx="2" presStyleCnt="4"/>
      <dgm:spPr/>
    </dgm:pt>
    <dgm:pt modelId="{B61FB2CC-E215-6443-915F-EEE0CC6908D9}" type="pres">
      <dgm:prSet presAssocID="{CBE7BBAF-62E9-6E4A-A503-0F4D8C423E28}" presName="text_4" presStyleLbl="node1" presStyleIdx="3" presStyleCnt="4">
        <dgm:presLayoutVars>
          <dgm:bulletEnabled val="1"/>
        </dgm:presLayoutVars>
      </dgm:prSet>
      <dgm:spPr/>
    </dgm:pt>
    <dgm:pt modelId="{2AD1F57E-2E0A-AA4D-BDB2-8252AF9B4EA0}" type="pres">
      <dgm:prSet presAssocID="{CBE7BBAF-62E9-6E4A-A503-0F4D8C423E28}" presName="accent_4" presStyleCnt="0"/>
      <dgm:spPr/>
    </dgm:pt>
    <dgm:pt modelId="{2125CCE8-EE13-0D43-9C86-3608EC397185}" type="pres">
      <dgm:prSet presAssocID="{CBE7BBAF-62E9-6E4A-A503-0F4D8C423E28}" presName="accentRepeatNode" presStyleLbl="solidFgAcc1" presStyleIdx="3" presStyleCnt="4"/>
      <dgm:spPr/>
    </dgm:pt>
  </dgm:ptLst>
  <dgm:cxnLst>
    <dgm:cxn modelId="{E68CED10-7105-5046-A573-59CAC628D279}" srcId="{A77398D3-06AB-7C4D-ABEE-34DEA43D49B7}" destId="{CBE7BBAF-62E9-6E4A-A503-0F4D8C423E28}" srcOrd="3" destOrd="0" parTransId="{53D01ED6-E6E6-2841-92D5-15C89FFCED60}" sibTransId="{452AE968-5A04-4643-9A1F-9537B0C613DF}"/>
    <dgm:cxn modelId="{272E2A20-43DF-7345-9905-9B2078441E84}" type="presOf" srcId="{0226A7D7-3C7C-B649-8C12-2B8170CD5A44}" destId="{77347CD2-E16E-E64F-9695-844C1426A2FB}" srcOrd="0" destOrd="0" presId="urn:microsoft.com/office/officeart/2008/layout/VerticalCurvedList"/>
    <dgm:cxn modelId="{2F184831-1F05-2347-9566-83FDD1EBAC1C}" srcId="{A77398D3-06AB-7C4D-ABEE-34DEA43D49B7}" destId="{4CA0C096-7E49-D742-9493-B45FF632BFB8}" srcOrd="0" destOrd="0" parTransId="{4C6BBE2B-FE10-C24B-8430-A3009BCF6657}" sibTransId="{0226A7D7-3C7C-B649-8C12-2B8170CD5A44}"/>
    <dgm:cxn modelId="{52541135-C704-8141-AA2B-98D13D9FC028}" type="presOf" srcId="{A5A961B3-2DB0-BC48-A3EF-44C3CDCB83B5}" destId="{CE3DB0CB-B20C-EB43-880F-E0227E422E0F}" srcOrd="0" destOrd="0" presId="urn:microsoft.com/office/officeart/2008/layout/VerticalCurvedList"/>
    <dgm:cxn modelId="{5F843E4F-D4F3-614F-B124-D2CDC620D992}" type="presOf" srcId="{432CC78B-4DD5-2B46-B2FE-F2ECC73E9CBD}" destId="{BCD15834-541B-E448-ABA9-C665B73E8E94}" srcOrd="0" destOrd="0" presId="urn:microsoft.com/office/officeart/2008/layout/VerticalCurvedList"/>
    <dgm:cxn modelId="{684EBF72-15B9-1940-B58E-77ED082DE243}" srcId="{A77398D3-06AB-7C4D-ABEE-34DEA43D49B7}" destId="{A5A961B3-2DB0-BC48-A3EF-44C3CDCB83B5}" srcOrd="1" destOrd="0" parTransId="{621F8CB8-CC0C-A148-8163-22C8939773AD}" sibTransId="{270DD5E4-AF54-2346-8A5E-AB0DEABB9AB7}"/>
    <dgm:cxn modelId="{EF11C67A-9452-E648-B101-82BAAFAD440D}" srcId="{A77398D3-06AB-7C4D-ABEE-34DEA43D49B7}" destId="{432CC78B-4DD5-2B46-B2FE-F2ECC73E9CBD}" srcOrd="2" destOrd="0" parTransId="{FD614E82-98CD-3C45-865E-31ADB1225CD5}" sibTransId="{B0917467-D42D-3646-AD33-7B4A54EA3B36}"/>
    <dgm:cxn modelId="{4941C0A9-19CE-E447-82FA-D0540EE9E25B}" type="presOf" srcId="{4CA0C096-7E49-D742-9493-B45FF632BFB8}" destId="{B6CAC0C6-5177-7A48-8E09-3F842403587A}" srcOrd="0" destOrd="0" presId="urn:microsoft.com/office/officeart/2008/layout/VerticalCurvedList"/>
    <dgm:cxn modelId="{E11F26C2-BBDA-9540-8303-D471B5E1BF73}" type="presOf" srcId="{A77398D3-06AB-7C4D-ABEE-34DEA43D49B7}" destId="{B5B27E46-4B5D-6C46-8392-83EFB1E7C2BE}" srcOrd="0" destOrd="0" presId="urn:microsoft.com/office/officeart/2008/layout/VerticalCurvedList"/>
    <dgm:cxn modelId="{938815C4-7F19-904F-B9FF-98CB4946CE2C}" type="presOf" srcId="{CBE7BBAF-62E9-6E4A-A503-0F4D8C423E28}" destId="{B61FB2CC-E215-6443-915F-EEE0CC6908D9}" srcOrd="0" destOrd="0" presId="urn:microsoft.com/office/officeart/2008/layout/VerticalCurvedList"/>
    <dgm:cxn modelId="{CC8E3434-9E38-604F-874D-B1E403818DBA}" type="presParOf" srcId="{B5B27E46-4B5D-6C46-8392-83EFB1E7C2BE}" destId="{67263490-BE23-C643-96B8-0064B649F2EE}" srcOrd="0" destOrd="0" presId="urn:microsoft.com/office/officeart/2008/layout/VerticalCurvedList"/>
    <dgm:cxn modelId="{64AAA3A9-3B81-BA4D-8EC0-84A5509D442B}" type="presParOf" srcId="{67263490-BE23-C643-96B8-0064B649F2EE}" destId="{708EA705-6D3A-8F4F-8C20-D8FCC5A83F80}" srcOrd="0" destOrd="0" presId="urn:microsoft.com/office/officeart/2008/layout/VerticalCurvedList"/>
    <dgm:cxn modelId="{D9031715-D88D-E94B-A342-CBBFC9E8E89E}" type="presParOf" srcId="{708EA705-6D3A-8F4F-8C20-D8FCC5A83F80}" destId="{FB63368E-0D1F-554E-ACAF-DEF837ED7AE9}" srcOrd="0" destOrd="0" presId="urn:microsoft.com/office/officeart/2008/layout/VerticalCurvedList"/>
    <dgm:cxn modelId="{8FD31F56-BD15-084E-9607-E3B791EE8A7A}" type="presParOf" srcId="{708EA705-6D3A-8F4F-8C20-D8FCC5A83F80}" destId="{77347CD2-E16E-E64F-9695-844C1426A2FB}" srcOrd="1" destOrd="0" presId="urn:microsoft.com/office/officeart/2008/layout/VerticalCurvedList"/>
    <dgm:cxn modelId="{FB24B19B-E1B8-C641-8AAD-59F41F4D0E02}" type="presParOf" srcId="{708EA705-6D3A-8F4F-8C20-D8FCC5A83F80}" destId="{4434E091-1BC6-0641-89BD-99A488489450}" srcOrd="2" destOrd="0" presId="urn:microsoft.com/office/officeart/2008/layout/VerticalCurvedList"/>
    <dgm:cxn modelId="{4F753721-1A3A-254C-AACB-28990A10443C}" type="presParOf" srcId="{708EA705-6D3A-8F4F-8C20-D8FCC5A83F80}" destId="{8BD8294E-AF4B-3247-9AE4-B8D1DD990DDF}" srcOrd="3" destOrd="0" presId="urn:microsoft.com/office/officeart/2008/layout/VerticalCurvedList"/>
    <dgm:cxn modelId="{FAFE361E-0E74-A143-8E56-778579DD0BA1}" type="presParOf" srcId="{67263490-BE23-C643-96B8-0064B649F2EE}" destId="{B6CAC0C6-5177-7A48-8E09-3F842403587A}" srcOrd="1" destOrd="0" presId="urn:microsoft.com/office/officeart/2008/layout/VerticalCurvedList"/>
    <dgm:cxn modelId="{AD699845-AB9F-F741-8FAB-D8E87EC11408}" type="presParOf" srcId="{67263490-BE23-C643-96B8-0064B649F2EE}" destId="{41F8EE2E-712D-034A-8622-A9A213D5B96D}" srcOrd="2" destOrd="0" presId="urn:microsoft.com/office/officeart/2008/layout/VerticalCurvedList"/>
    <dgm:cxn modelId="{36C157F9-611B-8343-9EB7-CE47E510EB03}" type="presParOf" srcId="{41F8EE2E-712D-034A-8622-A9A213D5B96D}" destId="{A71909DC-B966-DE41-A510-DD66B7144BBA}" srcOrd="0" destOrd="0" presId="urn:microsoft.com/office/officeart/2008/layout/VerticalCurvedList"/>
    <dgm:cxn modelId="{12F20DF3-3760-9445-8CE7-302DDB87EC77}" type="presParOf" srcId="{67263490-BE23-C643-96B8-0064B649F2EE}" destId="{CE3DB0CB-B20C-EB43-880F-E0227E422E0F}" srcOrd="3" destOrd="0" presId="urn:microsoft.com/office/officeart/2008/layout/VerticalCurvedList"/>
    <dgm:cxn modelId="{54BF7814-4892-CC46-875F-EE974FF22851}" type="presParOf" srcId="{67263490-BE23-C643-96B8-0064B649F2EE}" destId="{DDF659CB-900B-5C4A-9C95-813F6F8ECC17}" srcOrd="4" destOrd="0" presId="urn:microsoft.com/office/officeart/2008/layout/VerticalCurvedList"/>
    <dgm:cxn modelId="{D10ED847-4EAA-6F4D-BB73-73B51726D4F4}" type="presParOf" srcId="{DDF659CB-900B-5C4A-9C95-813F6F8ECC17}" destId="{69432C1C-49CC-A743-A604-947E843D3C98}" srcOrd="0" destOrd="0" presId="urn:microsoft.com/office/officeart/2008/layout/VerticalCurvedList"/>
    <dgm:cxn modelId="{EA374346-531A-1848-AD54-F8E05D62AC89}" type="presParOf" srcId="{67263490-BE23-C643-96B8-0064B649F2EE}" destId="{BCD15834-541B-E448-ABA9-C665B73E8E94}" srcOrd="5" destOrd="0" presId="urn:microsoft.com/office/officeart/2008/layout/VerticalCurvedList"/>
    <dgm:cxn modelId="{6AC6EDEC-CB1E-BE42-B214-D9A1DA3F95F5}" type="presParOf" srcId="{67263490-BE23-C643-96B8-0064B649F2EE}" destId="{BE5CBBB5-B198-0C46-A89A-716AACF4704A}" srcOrd="6" destOrd="0" presId="urn:microsoft.com/office/officeart/2008/layout/VerticalCurvedList"/>
    <dgm:cxn modelId="{1B7D1A3E-2F92-284D-BC43-9641F1DFFF1B}" type="presParOf" srcId="{BE5CBBB5-B198-0C46-A89A-716AACF4704A}" destId="{157CAC58-FB69-EC42-BEEF-C6A3D8D7157E}" srcOrd="0" destOrd="0" presId="urn:microsoft.com/office/officeart/2008/layout/VerticalCurvedList"/>
    <dgm:cxn modelId="{AD6E07C1-BDF3-0340-AC9C-492C99CCBA2E}" type="presParOf" srcId="{67263490-BE23-C643-96B8-0064B649F2EE}" destId="{B61FB2CC-E215-6443-915F-EEE0CC6908D9}" srcOrd="7" destOrd="0" presId="urn:microsoft.com/office/officeart/2008/layout/VerticalCurvedList"/>
    <dgm:cxn modelId="{7631F522-29E8-3249-B1DD-E98F75771D3B}" type="presParOf" srcId="{67263490-BE23-C643-96B8-0064B649F2EE}" destId="{2AD1F57E-2E0A-AA4D-BDB2-8252AF9B4EA0}" srcOrd="8" destOrd="0" presId="urn:microsoft.com/office/officeart/2008/layout/VerticalCurvedList"/>
    <dgm:cxn modelId="{3141D177-F290-B74C-B8F8-48FB37BB9C7C}" type="presParOf" srcId="{2AD1F57E-2E0A-AA4D-BDB2-8252AF9B4EA0}" destId="{2125CCE8-EE13-0D43-9C86-3608EC397185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A77398D3-06AB-7C4D-ABEE-34DEA43D49B7}" type="doc">
      <dgm:prSet loTypeId="urn:microsoft.com/office/officeart/2008/layout/VerticalCurvedList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hu-HU"/>
        </a:p>
      </dgm:t>
    </dgm:pt>
    <dgm:pt modelId="{4CA0C096-7E49-D742-9493-B45FF632BFB8}">
      <dgm:prSet phldrT="[Szöveg]" custT="1"/>
      <dgm:spPr>
        <a:solidFill>
          <a:srgbClr val="1A203D"/>
        </a:solidFill>
      </dgm:spPr>
      <dgm:t>
        <a:bodyPr/>
        <a:lstStyle/>
        <a:p>
          <a:pPr>
            <a:buFont typeface="Wingdings" panose="05000000000000000000" pitchFamily="2" charset="2"/>
            <a:buChar char="§"/>
          </a:pPr>
          <a:r>
            <a:rPr lang="en-GB" sz="3400" noProof="0">
              <a:latin typeface="Times New Roman" panose="02020603050405020304" pitchFamily="18" charset="0"/>
              <a:cs typeface="Times New Roman" panose="02020603050405020304" pitchFamily="18" charset="0"/>
            </a:rPr>
            <a:t>Robust</a:t>
          </a:r>
        </a:p>
      </dgm:t>
    </dgm:pt>
    <dgm:pt modelId="{4C6BBE2B-FE10-C24B-8430-A3009BCF6657}" type="parTrans" cxnId="{2F184831-1F05-2347-9566-83FDD1EBAC1C}">
      <dgm:prSet/>
      <dgm:spPr/>
      <dgm:t>
        <a:bodyPr/>
        <a:lstStyle/>
        <a:p>
          <a:endParaRPr lang="hu-HU"/>
        </a:p>
      </dgm:t>
    </dgm:pt>
    <dgm:pt modelId="{0226A7D7-3C7C-B649-8C12-2B8170CD5A44}" type="sibTrans" cxnId="{2F184831-1F05-2347-9566-83FDD1EBAC1C}">
      <dgm:prSet/>
      <dgm:spPr/>
      <dgm:t>
        <a:bodyPr/>
        <a:lstStyle/>
        <a:p>
          <a:endParaRPr lang="hu-HU"/>
        </a:p>
      </dgm:t>
    </dgm:pt>
    <dgm:pt modelId="{A5A961B3-2DB0-BC48-A3EF-44C3CDCB83B5}">
      <dgm:prSet phldrT="[Szöveg]" custT="1"/>
      <dgm:spPr>
        <a:solidFill>
          <a:srgbClr val="1A203D"/>
        </a:solidFill>
      </dgm:spPr>
      <dgm:t>
        <a:bodyPr/>
        <a:lstStyle/>
        <a:p>
          <a:pPr>
            <a:buFont typeface="Wingdings" panose="05000000000000000000" pitchFamily="2" charset="2"/>
            <a:buChar char="§"/>
          </a:pPr>
          <a:r>
            <a:rPr lang="en-GB" sz="3400" noProof="0">
              <a:latin typeface="Times New Roman" panose="02020603050405020304" pitchFamily="18" charset="0"/>
              <a:cs typeface="Times New Roman" panose="02020603050405020304" pitchFamily="18" charset="0"/>
            </a:rPr>
            <a:t>Simple</a:t>
          </a:r>
        </a:p>
      </dgm:t>
    </dgm:pt>
    <dgm:pt modelId="{621F8CB8-CC0C-A148-8163-22C8939773AD}" type="parTrans" cxnId="{684EBF72-15B9-1940-B58E-77ED082DE243}">
      <dgm:prSet/>
      <dgm:spPr/>
      <dgm:t>
        <a:bodyPr/>
        <a:lstStyle/>
        <a:p>
          <a:endParaRPr lang="hu-HU"/>
        </a:p>
      </dgm:t>
    </dgm:pt>
    <dgm:pt modelId="{270DD5E4-AF54-2346-8A5E-AB0DEABB9AB7}" type="sibTrans" cxnId="{684EBF72-15B9-1940-B58E-77ED082DE243}">
      <dgm:prSet/>
      <dgm:spPr/>
      <dgm:t>
        <a:bodyPr/>
        <a:lstStyle/>
        <a:p>
          <a:endParaRPr lang="hu-HU"/>
        </a:p>
      </dgm:t>
    </dgm:pt>
    <dgm:pt modelId="{3713E19C-FF96-4708-9C71-C7DCC563814D}">
      <dgm:prSet phldrT="[Szöveg]" custT="1"/>
      <dgm:spPr>
        <a:solidFill>
          <a:srgbClr val="1A203D"/>
        </a:solidFill>
      </dgm:spPr>
      <dgm:t>
        <a:bodyPr/>
        <a:lstStyle/>
        <a:p>
          <a:pPr>
            <a:buFont typeface="Wingdings" panose="05000000000000000000" pitchFamily="2" charset="2"/>
            <a:buChar char="§"/>
          </a:pPr>
          <a:r>
            <a:rPr lang="en-GB" sz="3400" noProof="0">
              <a:latin typeface="Times New Roman" panose="02020603050405020304" pitchFamily="18" charset="0"/>
              <a:cs typeface="Times New Roman" panose="02020603050405020304" pitchFamily="18" charset="0"/>
            </a:rPr>
            <a:t>Fast</a:t>
          </a:r>
        </a:p>
      </dgm:t>
    </dgm:pt>
    <dgm:pt modelId="{8E7FA1A0-47F9-4089-8CC7-669826D4F206}" type="parTrans" cxnId="{DCD3BCE4-EAC3-4FFA-90E9-25F131153125}">
      <dgm:prSet/>
      <dgm:spPr/>
      <dgm:t>
        <a:bodyPr/>
        <a:lstStyle/>
        <a:p>
          <a:endParaRPr lang="hu-HU"/>
        </a:p>
      </dgm:t>
    </dgm:pt>
    <dgm:pt modelId="{375F153E-8A80-479B-8BC1-14A6067D08DE}" type="sibTrans" cxnId="{DCD3BCE4-EAC3-4FFA-90E9-25F131153125}">
      <dgm:prSet/>
      <dgm:spPr/>
      <dgm:t>
        <a:bodyPr/>
        <a:lstStyle/>
        <a:p>
          <a:endParaRPr lang="hu-HU"/>
        </a:p>
      </dgm:t>
    </dgm:pt>
    <dgm:pt modelId="{2D0B3A51-E6DE-4146-BB25-DE92BB1782AF}">
      <dgm:prSet phldrT="[Szöveg]" custT="1"/>
      <dgm:spPr>
        <a:solidFill>
          <a:srgbClr val="1A203D"/>
        </a:solidFill>
      </dgm:spPr>
      <dgm:t>
        <a:bodyPr/>
        <a:lstStyle/>
        <a:p>
          <a:pPr>
            <a:buFont typeface="Wingdings" panose="05000000000000000000" pitchFamily="2" charset="2"/>
            <a:buChar char="§"/>
          </a:pPr>
          <a:r>
            <a:rPr lang="en-GB" sz="3400" noProof="0">
              <a:latin typeface="Times New Roman" panose="02020603050405020304" pitchFamily="18" charset="0"/>
              <a:cs typeface="Times New Roman" panose="02020603050405020304" pitchFamily="18" charset="0"/>
            </a:rPr>
            <a:t>Linear interpolation</a:t>
          </a:r>
        </a:p>
      </dgm:t>
    </dgm:pt>
    <dgm:pt modelId="{28CDD582-3767-43F1-AD22-0CF3F5B27C43}" type="parTrans" cxnId="{51015092-D3A6-49AF-A8C8-2B7E26395E0D}">
      <dgm:prSet/>
      <dgm:spPr/>
      <dgm:t>
        <a:bodyPr/>
        <a:lstStyle/>
        <a:p>
          <a:endParaRPr lang="hu-HU"/>
        </a:p>
      </dgm:t>
    </dgm:pt>
    <dgm:pt modelId="{77237910-19A3-45AA-B010-D400AA4F4CC3}" type="sibTrans" cxnId="{51015092-D3A6-49AF-A8C8-2B7E26395E0D}">
      <dgm:prSet/>
      <dgm:spPr/>
      <dgm:t>
        <a:bodyPr/>
        <a:lstStyle/>
        <a:p>
          <a:endParaRPr lang="hu-HU"/>
        </a:p>
      </dgm:t>
    </dgm:pt>
    <dgm:pt modelId="{B5B27E46-4B5D-6C46-8392-83EFB1E7C2BE}" type="pres">
      <dgm:prSet presAssocID="{A77398D3-06AB-7C4D-ABEE-34DEA43D49B7}" presName="Name0" presStyleCnt="0">
        <dgm:presLayoutVars>
          <dgm:chMax val="7"/>
          <dgm:chPref val="7"/>
          <dgm:dir/>
        </dgm:presLayoutVars>
      </dgm:prSet>
      <dgm:spPr/>
    </dgm:pt>
    <dgm:pt modelId="{67263490-BE23-C643-96B8-0064B649F2EE}" type="pres">
      <dgm:prSet presAssocID="{A77398D3-06AB-7C4D-ABEE-34DEA43D49B7}" presName="Name1" presStyleCnt="0"/>
      <dgm:spPr/>
    </dgm:pt>
    <dgm:pt modelId="{708EA705-6D3A-8F4F-8C20-D8FCC5A83F80}" type="pres">
      <dgm:prSet presAssocID="{A77398D3-06AB-7C4D-ABEE-34DEA43D49B7}" presName="cycle" presStyleCnt="0"/>
      <dgm:spPr/>
    </dgm:pt>
    <dgm:pt modelId="{FB63368E-0D1F-554E-ACAF-DEF837ED7AE9}" type="pres">
      <dgm:prSet presAssocID="{A77398D3-06AB-7C4D-ABEE-34DEA43D49B7}" presName="srcNode" presStyleLbl="node1" presStyleIdx="0" presStyleCnt="4"/>
      <dgm:spPr/>
    </dgm:pt>
    <dgm:pt modelId="{77347CD2-E16E-E64F-9695-844C1426A2FB}" type="pres">
      <dgm:prSet presAssocID="{A77398D3-06AB-7C4D-ABEE-34DEA43D49B7}" presName="conn" presStyleLbl="parChTrans1D2" presStyleIdx="0" presStyleCnt="1"/>
      <dgm:spPr/>
    </dgm:pt>
    <dgm:pt modelId="{4434E091-1BC6-0641-89BD-99A488489450}" type="pres">
      <dgm:prSet presAssocID="{A77398D3-06AB-7C4D-ABEE-34DEA43D49B7}" presName="extraNode" presStyleLbl="node1" presStyleIdx="0" presStyleCnt="4"/>
      <dgm:spPr/>
    </dgm:pt>
    <dgm:pt modelId="{8BD8294E-AF4B-3247-9AE4-B8D1DD990DDF}" type="pres">
      <dgm:prSet presAssocID="{A77398D3-06AB-7C4D-ABEE-34DEA43D49B7}" presName="dstNode" presStyleLbl="node1" presStyleIdx="0" presStyleCnt="4"/>
      <dgm:spPr/>
    </dgm:pt>
    <dgm:pt modelId="{B6CAC0C6-5177-7A48-8E09-3F842403587A}" type="pres">
      <dgm:prSet presAssocID="{4CA0C096-7E49-D742-9493-B45FF632BFB8}" presName="text_1" presStyleLbl="node1" presStyleIdx="0" presStyleCnt="4">
        <dgm:presLayoutVars>
          <dgm:bulletEnabled val="1"/>
        </dgm:presLayoutVars>
      </dgm:prSet>
      <dgm:spPr/>
    </dgm:pt>
    <dgm:pt modelId="{41F8EE2E-712D-034A-8622-A9A213D5B96D}" type="pres">
      <dgm:prSet presAssocID="{4CA0C096-7E49-D742-9493-B45FF632BFB8}" presName="accent_1" presStyleCnt="0"/>
      <dgm:spPr/>
    </dgm:pt>
    <dgm:pt modelId="{A71909DC-B966-DE41-A510-DD66B7144BBA}" type="pres">
      <dgm:prSet presAssocID="{4CA0C096-7E49-D742-9493-B45FF632BFB8}" presName="accentRepeatNode" presStyleLbl="solidFgAcc1" presStyleIdx="0" presStyleCnt="4"/>
      <dgm:spPr/>
    </dgm:pt>
    <dgm:pt modelId="{CE3DB0CB-B20C-EB43-880F-E0227E422E0F}" type="pres">
      <dgm:prSet presAssocID="{A5A961B3-2DB0-BC48-A3EF-44C3CDCB83B5}" presName="text_2" presStyleLbl="node1" presStyleIdx="1" presStyleCnt="4">
        <dgm:presLayoutVars>
          <dgm:bulletEnabled val="1"/>
        </dgm:presLayoutVars>
      </dgm:prSet>
      <dgm:spPr/>
    </dgm:pt>
    <dgm:pt modelId="{DDF659CB-900B-5C4A-9C95-813F6F8ECC17}" type="pres">
      <dgm:prSet presAssocID="{A5A961B3-2DB0-BC48-A3EF-44C3CDCB83B5}" presName="accent_2" presStyleCnt="0"/>
      <dgm:spPr/>
    </dgm:pt>
    <dgm:pt modelId="{69432C1C-49CC-A743-A604-947E843D3C98}" type="pres">
      <dgm:prSet presAssocID="{A5A961B3-2DB0-BC48-A3EF-44C3CDCB83B5}" presName="accentRepeatNode" presStyleLbl="solidFgAcc1" presStyleIdx="1" presStyleCnt="4"/>
      <dgm:spPr/>
    </dgm:pt>
    <dgm:pt modelId="{DB8A4741-BAD6-4042-8988-2FE6258DFC08}" type="pres">
      <dgm:prSet presAssocID="{3713E19C-FF96-4708-9C71-C7DCC563814D}" presName="text_3" presStyleLbl="node1" presStyleIdx="2" presStyleCnt="4">
        <dgm:presLayoutVars>
          <dgm:bulletEnabled val="1"/>
        </dgm:presLayoutVars>
      </dgm:prSet>
      <dgm:spPr/>
    </dgm:pt>
    <dgm:pt modelId="{E55E3E31-3827-44AF-8FBC-8F5913975091}" type="pres">
      <dgm:prSet presAssocID="{3713E19C-FF96-4708-9C71-C7DCC563814D}" presName="accent_3" presStyleCnt="0"/>
      <dgm:spPr/>
    </dgm:pt>
    <dgm:pt modelId="{E8637275-7D2F-4374-82F1-2D542A4F82D6}" type="pres">
      <dgm:prSet presAssocID="{3713E19C-FF96-4708-9C71-C7DCC563814D}" presName="accentRepeatNode" presStyleLbl="solidFgAcc1" presStyleIdx="2" presStyleCnt="4"/>
      <dgm:spPr/>
    </dgm:pt>
    <dgm:pt modelId="{4A46121E-2661-4131-A738-06739D4DC8A4}" type="pres">
      <dgm:prSet presAssocID="{2D0B3A51-E6DE-4146-BB25-DE92BB1782AF}" presName="text_4" presStyleLbl="node1" presStyleIdx="3" presStyleCnt="4">
        <dgm:presLayoutVars>
          <dgm:bulletEnabled val="1"/>
        </dgm:presLayoutVars>
      </dgm:prSet>
      <dgm:spPr/>
    </dgm:pt>
    <dgm:pt modelId="{1F8E3F01-1ECA-4D2D-9D73-DA8B4EE3F6BC}" type="pres">
      <dgm:prSet presAssocID="{2D0B3A51-E6DE-4146-BB25-DE92BB1782AF}" presName="accent_4" presStyleCnt="0"/>
      <dgm:spPr/>
    </dgm:pt>
    <dgm:pt modelId="{35696601-C81F-4398-8F54-F4324C5180EA}" type="pres">
      <dgm:prSet presAssocID="{2D0B3A51-E6DE-4146-BB25-DE92BB1782AF}" presName="accentRepeatNode" presStyleLbl="solidFgAcc1" presStyleIdx="3" presStyleCnt="4"/>
      <dgm:spPr/>
    </dgm:pt>
  </dgm:ptLst>
  <dgm:cxnLst>
    <dgm:cxn modelId="{272E2A20-43DF-7345-9905-9B2078441E84}" type="presOf" srcId="{0226A7D7-3C7C-B649-8C12-2B8170CD5A44}" destId="{77347CD2-E16E-E64F-9695-844C1426A2FB}" srcOrd="0" destOrd="0" presId="urn:microsoft.com/office/officeart/2008/layout/VerticalCurvedList"/>
    <dgm:cxn modelId="{9324322A-D418-47E2-A853-42AF2BEB96C3}" type="presOf" srcId="{3713E19C-FF96-4708-9C71-C7DCC563814D}" destId="{DB8A4741-BAD6-4042-8988-2FE6258DFC08}" srcOrd="0" destOrd="0" presId="urn:microsoft.com/office/officeart/2008/layout/VerticalCurvedList"/>
    <dgm:cxn modelId="{2F184831-1F05-2347-9566-83FDD1EBAC1C}" srcId="{A77398D3-06AB-7C4D-ABEE-34DEA43D49B7}" destId="{4CA0C096-7E49-D742-9493-B45FF632BFB8}" srcOrd="0" destOrd="0" parTransId="{4C6BBE2B-FE10-C24B-8430-A3009BCF6657}" sibTransId="{0226A7D7-3C7C-B649-8C12-2B8170CD5A44}"/>
    <dgm:cxn modelId="{52541135-C704-8141-AA2B-98D13D9FC028}" type="presOf" srcId="{A5A961B3-2DB0-BC48-A3EF-44C3CDCB83B5}" destId="{CE3DB0CB-B20C-EB43-880F-E0227E422E0F}" srcOrd="0" destOrd="0" presId="urn:microsoft.com/office/officeart/2008/layout/VerticalCurvedList"/>
    <dgm:cxn modelId="{684EBF72-15B9-1940-B58E-77ED082DE243}" srcId="{A77398D3-06AB-7C4D-ABEE-34DEA43D49B7}" destId="{A5A961B3-2DB0-BC48-A3EF-44C3CDCB83B5}" srcOrd="1" destOrd="0" parTransId="{621F8CB8-CC0C-A148-8163-22C8939773AD}" sibTransId="{270DD5E4-AF54-2346-8A5E-AB0DEABB9AB7}"/>
    <dgm:cxn modelId="{51015092-D3A6-49AF-A8C8-2B7E26395E0D}" srcId="{A77398D3-06AB-7C4D-ABEE-34DEA43D49B7}" destId="{2D0B3A51-E6DE-4146-BB25-DE92BB1782AF}" srcOrd="3" destOrd="0" parTransId="{28CDD582-3767-43F1-AD22-0CF3F5B27C43}" sibTransId="{77237910-19A3-45AA-B010-D400AA4F4CC3}"/>
    <dgm:cxn modelId="{EDD1ABA6-E925-4951-81E5-6AE092776BE3}" type="presOf" srcId="{2D0B3A51-E6DE-4146-BB25-DE92BB1782AF}" destId="{4A46121E-2661-4131-A738-06739D4DC8A4}" srcOrd="0" destOrd="0" presId="urn:microsoft.com/office/officeart/2008/layout/VerticalCurvedList"/>
    <dgm:cxn modelId="{4941C0A9-19CE-E447-82FA-D0540EE9E25B}" type="presOf" srcId="{4CA0C096-7E49-D742-9493-B45FF632BFB8}" destId="{B6CAC0C6-5177-7A48-8E09-3F842403587A}" srcOrd="0" destOrd="0" presId="urn:microsoft.com/office/officeart/2008/layout/VerticalCurvedList"/>
    <dgm:cxn modelId="{E11F26C2-BBDA-9540-8303-D471B5E1BF73}" type="presOf" srcId="{A77398D3-06AB-7C4D-ABEE-34DEA43D49B7}" destId="{B5B27E46-4B5D-6C46-8392-83EFB1E7C2BE}" srcOrd="0" destOrd="0" presId="urn:microsoft.com/office/officeart/2008/layout/VerticalCurvedList"/>
    <dgm:cxn modelId="{DCD3BCE4-EAC3-4FFA-90E9-25F131153125}" srcId="{A77398D3-06AB-7C4D-ABEE-34DEA43D49B7}" destId="{3713E19C-FF96-4708-9C71-C7DCC563814D}" srcOrd="2" destOrd="0" parTransId="{8E7FA1A0-47F9-4089-8CC7-669826D4F206}" sibTransId="{375F153E-8A80-479B-8BC1-14A6067D08DE}"/>
    <dgm:cxn modelId="{CC8E3434-9E38-604F-874D-B1E403818DBA}" type="presParOf" srcId="{B5B27E46-4B5D-6C46-8392-83EFB1E7C2BE}" destId="{67263490-BE23-C643-96B8-0064B649F2EE}" srcOrd="0" destOrd="0" presId="urn:microsoft.com/office/officeart/2008/layout/VerticalCurvedList"/>
    <dgm:cxn modelId="{64AAA3A9-3B81-BA4D-8EC0-84A5509D442B}" type="presParOf" srcId="{67263490-BE23-C643-96B8-0064B649F2EE}" destId="{708EA705-6D3A-8F4F-8C20-D8FCC5A83F80}" srcOrd="0" destOrd="0" presId="urn:microsoft.com/office/officeart/2008/layout/VerticalCurvedList"/>
    <dgm:cxn modelId="{D9031715-D88D-E94B-A342-CBBFC9E8E89E}" type="presParOf" srcId="{708EA705-6D3A-8F4F-8C20-D8FCC5A83F80}" destId="{FB63368E-0D1F-554E-ACAF-DEF837ED7AE9}" srcOrd="0" destOrd="0" presId="urn:microsoft.com/office/officeart/2008/layout/VerticalCurvedList"/>
    <dgm:cxn modelId="{8FD31F56-BD15-084E-9607-E3B791EE8A7A}" type="presParOf" srcId="{708EA705-6D3A-8F4F-8C20-D8FCC5A83F80}" destId="{77347CD2-E16E-E64F-9695-844C1426A2FB}" srcOrd="1" destOrd="0" presId="urn:microsoft.com/office/officeart/2008/layout/VerticalCurvedList"/>
    <dgm:cxn modelId="{FB24B19B-E1B8-C641-8AAD-59F41F4D0E02}" type="presParOf" srcId="{708EA705-6D3A-8F4F-8C20-D8FCC5A83F80}" destId="{4434E091-1BC6-0641-89BD-99A488489450}" srcOrd="2" destOrd="0" presId="urn:microsoft.com/office/officeart/2008/layout/VerticalCurvedList"/>
    <dgm:cxn modelId="{4F753721-1A3A-254C-AACB-28990A10443C}" type="presParOf" srcId="{708EA705-6D3A-8F4F-8C20-D8FCC5A83F80}" destId="{8BD8294E-AF4B-3247-9AE4-B8D1DD990DDF}" srcOrd="3" destOrd="0" presId="urn:microsoft.com/office/officeart/2008/layout/VerticalCurvedList"/>
    <dgm:cxn modelId="{FAFE361E-0E74-A143-8E56-778579DD0BA1}" type="presParOf" srcId="{67263490-BE23-C643-96B8-0064B649F2EE}" destId="{B6CAC0C6-5177-7A48-8E09-3F842403587A}" srcOrd="1" destOrd="0" presId="urn:microsoft.com/office/officeart/2008/layout/VerticalCurvedList"/>
    <dgm:cxn modelId="{AD699845-AB9F-F741-8FAB-D8E87EC11408}" type="presParOf" srcId="{67263490-BE23-C643-96B8-0064B649F2EE}" destId="{41F8EE2E-712D-034A-8622-A9A213D5B96D}" srcOrd="2" destOrd="0" presId="urn:microsoft.com/office/officeart/2008/layout/VerticalCurvedList"/>
    <dgm:cxn modelId="{36C157F9-611B-8343-9EB7-CE47E510EB03}" type="presParOf" srcId="{41F8EE2E-712D-034A-8622-A9A213D5B96D}" destId="{A71909DC-B966-DE41-A510-DD66B7144BBA}" srcOrd="0" destOrd="0" presId="urn:microsoft.com/office/officeart/2008/layout/VerticalCurvedList"/>
    <dgm:cxn modelId="{12F20DF3-3760-9445-8CE7-302DDB87EC77}" type="presParOf" srcId="{67263490-BE23-C643-96B8-0064B649F2EE}" destId="{CE3DB0CB-B20C-EB43-880F-E0227E422E0F}" srcOrd="3" destOrd="0" presId="urn:microsoft.com/office/officeart/2008/layout/VerticalCurvedList"/>
    <dgm:cxn modelId="{54BF7814-4892-CC46-875F-EE974FF22851}" type="presParOf" srcId="{67263490-BE23-C643-96B8-0064B649F2EE}" destId="{DDF659CB-900B-5C4A-9C95-813F6F8ECC17}" srcOrd="4" destOrd="0" presId="urn:microsoft.com/office/officeart/2008/layout/VerticalCurvedList"/>
    <dgm:cxn modelId="{D10ED847-4EAA-6F4D-BB73-73B51726D4F4}" type="presParOf" srcId="{DDF659CB-900B-5C4A-9C95-813F6F8ECC17}" destId="{69432C1C-49CC-A743-A604-947E843D3C98}" srcOrd="0" destOrd="0" presId="urn:microsoft.com/office/officeart/2008/layout/VerticalCurvedList"/>
    <dgm:cxn modelId="{7E7B675A-B85F-4E50-81BF-41FD4EBA9A68}" type="presParOf" srcId="{67263490-BE23-C643-96B8-0064B649F2EE}" destId="{DB8A4741-BAD6-4042-8988-2FE6258DFC08}" srcOrd="5" destOrd="0" presId="urn:microsoft.com/office/officeart/2008/layout/VerticalCurvedList"/>
    <dgm:cxn modelId="{796C0DA2-D0C8-4E5B-9849-48A53CD55B84}" type="presParOf" srcId="{67263490-BE23-C643-96B8-0064B649F2EE}" destId="{E55E3E31-3827-44AF-8FBC-8F5913975091}" srcOrd="6" destOrd="0" presId="urn:microsoft.com/office/officeart/2008/layout/VerticalCurvedList"/>
    <dgm:cxn modelId="{C2B4F723-0750-4874-BF2C-36E075D5BF3F}" type="presParOf" srcId="{E55E3E31-3827-44AF-8FBC-8F5913975091}" destId="{E8637275-7D2F-4374-82F1-2D542A4F82D6}" srcOrd="0" destOrd="0" presId="urn:microsoft.com/office/officeart/2008/layout/VerticalCurvedList"/>
    <dgm:cxn modelId="{A05BF8E7-1492-4AE3-A222-B61596924D8A}" type="presParOf" srcId="{67263490-BE23-C643-96B8-0064B649F2EE}" destId="{4A46121E-2661-4131-A738-06739D4DC8A4}" srcOrd="7" destOrd="0" presId="urn:microsoft.com/office/officeart/2008/layout/VerticalCurvedList"/>
    <dgm:cxn modelId="{C55ADA5B-9AEF-4B30-90DF-D02B2F64014B}" type="presParOf" srcId="{67263490-BE23-C643-96B8-0064B649F2EE}" destId="{1F8E3F01-1ECA-4D2D-9D73-DA8B4EE3F6BC}" srcOrd="8" destOrd="0" presId="urn:microsoft.com/office/officeart/2008/layout/VerticalCurvedList"/>
    <dgm:cxn modelId="{18C09DF0-7A5C-4E53-83F0-A771FB188882}" type="presParOf" srcId="{1F8E3F01-1ECA-4D2D-9D73-DA8B4EE3F6BC}" destId="{35696601-C81F-4398-8F54-F4324C5180EA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A77398D3-06AB-7C4D-ABEE-34DEA43D49B7}" type="doc">
      <dgm:prSet loTypeId="urn:microsoft.com/office/officeart/2008/layout/VerticalCurvedList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hu-HU"/>
        </a:p>
      </dgm:t>
    </dgm:pt>
    <dgm:pt modelId="{4CA0C096-7E49-D742-9493-B45FF632BFB8}">
      <dgm:prSet phldrT="[Szöveg]" custT="1"/>
      <dgm:spPr>
        <a:solidFill>
          <a:srgbClr val="1A203D"/>
        </a:solidFill>
      </dgm:spPr>
      <dgm:t>
        <a:bodyPr/>
        <a:lstStyle/>
        <a:p>
          <a:pPr>
            <a:buFont typeface="Wingdings" panose="05000000000000000000" pitchFamily="2" charset="2"/>
            <a:buChar char="§"/>
          </a:pPr>
          <a:r>
            <a:rPr lang="en-GB" sz="3400" noProof="0">
              <a:latin typeface="Times New Roman" panose="02020603050405020304" pitchFamily="18" charset="0"/>
              <a:cs typeface="Times New Roman" panose="02020603050405020304" pitchFamily="18" charset="0"/>
            </a:rPr>
            <a:t>Correct likelihood</a:t>
          </a:r>
        </a:p>
      </dgm:t>
    </dgm:pt>
    <dgm:pt modelId="{4C6BBE2B-FE10-C24B-8430-A3009BCF6657}" type="parTrans" cxnId="{2F184831-1F05-2347-9566-83FDD1EBAC1C}">
      <dgm:prSet/>
      <dgm:spPr/>
      <dgm:t>
        <a:bodyPr/>
        <a:lstStyle/>
        <a:p>
          <a:endParaRPr lang="hu-HU"/>
        </a:p>
      </dgm:t>
    </dgm:pt>
    <dgm:pt modelId="{0226A7D7-3C7C-B649-8C12-2B8170CD5A44}" type="sibTrans" cxnId="{2F184831-1F05-2347-9566-83FDD1EBAC1C}">
      <dgm:prSet/>
      <dgm:spPr/>
      <dgm:t>
        <a:bodyPr/>
        <a:lstStyle/>
        <a:p>
          <a:endParaRPr lang="hu-HU"/>
        </a:p>
      </dgm:t>
    </dgm:pt>
    <dgm:pt modelId="{A5A961B3-2DB0-BC48-A3EF-44C3CDCB83B5}">
      <dgm:prSet phldrT="[Szöveg]" custT="1"/>
      <dgm:spPr>
        <a:solidFill>
          <a:srgbClr val="1A203D"/>
        </a:solidFill>
      </dgm:spPr>
      <dgm:t>
        <a:bodyPr/>
        <a:lstStyle/>
        <a:p>
          <a:pPr>
            <a:buFont typeface="Wingdings" panose="05000000000000000000" pitchFamily="2" charset="2"/>
            <a:buChar char="§"/>
          </a:pPr>
          <a:r>
            <a:rPr lang="en-GB" sz="3400" noProof="0">
              <a:latin typeface="Times New Roman" panose="02020603050405020304" pitchFamily="18" charset="0"/>
              <a:cs typeface="Times New Roman" panose="02020603050405020304" pitchFamily="18" charset="0"/>
            </a:rPr>
            <a:t>Unstable</a:t>
          </a:r>
        </a:p>
      </dgm:t>
    </dgm:pt>
    <dgm:pt modelId="{621F8CB8-CC0C-A148-8163-22C8939773AD}" type="parTrans" cxnId="{684EBF72-15B9-1940-B58E-77ED082DE243}">
      <dgm:prSet/>
      <dgm:spPr/>
      <dgm:t>
        <a:bodyPr/>
        <a:lstStyle/>
        <a:p>
          <a:endParaRPr lang="hu-HU"/>
        </a:p>
      </dgm:t>
    </dgm:pt>
    <dgm:pt modelId="{270DD5E4-AF54-2346-8A5E-AB0DEABB9AB7}" type="sibTrans" cxnId="{684EBF72-15B9-1940-B58E-77ED082DE243}">
      <dgm:prSet/>
      <dgm:spPr/>
      <dgm:t>
        <a:bodyPr/>
        <a:lstStyle/>
        <a:p>
          <a:endParaRPr lang="hu-HU"/>
        </a:p>
      </dgm:t>
    </dgm:pt>
    <dgm:pt modelId="{3713E19C-FF96-4708-9C71-C7DCC563814D}">
      <dgm:prSet phldrT="[Szöveg]" custT="1"/>
      <dgm:spPr>
        <a:solidFill>
          <a:srgbClr val="1A203D"/>
        </a:solidFill>
      </dgm:spPr>
      <dgm:t>
        <a:bodyPr/>
        <a:lstStyle/>
        <a:p>
          <a:pPr>
            <a:buFont typeface="Wingdings" panose="05000000000000000000" pitchFamily="2" charset="2"/>
            <a:buChar char="§"/>
          </a:pPr>
          <a:r>
            <a:rPr lang="en-GB" sz="3400" noProof="0">
              <a:latin typeface="Times New Roman" panose="02020603050405020304" pitchFamily="18" charset="0"/>
              <a:cs typeface="Times New Roman" panose="02020603050405020304" pitchFamily="18" charset="0"/>
            </a:rPr>
            <a:t>High dimensions</a:t>
          </a:r>
        </a:p>
      </dgm:t>
    </dgm:pt>
    <dgm:pt modelId="{8E7FA1A0-47F9-4089-8CC7-669826D4F206}" type="parTrans" cxnId="{DCD3BCE4-EAC3-4FFA-90E9-25F131153125}">
      <dgm:prSet/>
      <dgm:spPr/>
      <dgm:t>
        <a:bodyPr/>
        <a:lstStyle/>
        <a:p>
          <a:endParaRPr lang="hu-HU"/>
        </a:p>
      </dgm:t>
    </dgm:pt>
    <dgm:pt modelId="{375F153E-8A80-479B-8BC1-14A6067D08DE}" type="sibTrans" cxnId="{DCD3BCE4-EAC3-4FFA-90E9-25F131153125}">
      <dgm:prSet/>
      <dgm:spPr/>
      <dgm:t>
        <a:bodyPr/>
        <a:lstStyle/>
        <a:p>
          <a:endParaRPr lang="hu-HU"/>
        </a:p>
      </dgm:t>
    </dgm:pt>
    <dgm:pt modelId="{B5B27E46-4B5D-6C46-8392-83EFB1E7C2BE}" type="pres">
      <dgm:prSet presAssocID="{A77398D3-06AB-7C4D-ABEE-34DEA43D49B7}" presName="Name0" presStyleCnt="0">
        <dgm:presLayoutVars>
          <dgm:chMax val="7"/>
          <dgm:chPref val="7"/>
          <dgm:dir/>
        </dgm:presLayoutVars>
      </dgm:prSet>
      <dgm:spPr/>
    </dgm:pt>
    <dgm:pt modelId="{67263490-BE23-C643-96B8-0064B649F2EE}" type="pres">
      <dgm:prSet presAssocID="{A77398D3-06AB-7C4D-ABEE-34DEA43D49B7}" presName="Name1" presStyleCnt="0"/>
      <dgm:spPr/>
    </dgm:pt>
    <dgm:pt modelId="{708EA705-6D3A-8F4F-8C20-D8FCC5A83F80}" type="pres">
      <dgm:prSet presAssocID="{A77398D3-06AB-7C4D-ABEE-34DEA43D49B7}" presName="cycle" presStyleCnt="0"/>
      <dgm:spPr/>
    </dgm:pt>
    <dgm:pt modelId="{FB63368E-0D1F-554E-ACAF-DEF837ED7AE9}" type="pres">
      <dgm:prSet presAssocID="{A77398D3-06AB-7C4D-ABEE-34DEA43D49B7}" presName="srcNode" presStyleLbl="node1" presStyleIdx="0" presStyleCnt="3"/>
      <dgm:spPr/>
    </dgm:pt>
    <dgm:pt modelId="{77347CD2-E16E-E64F-9695-844C1426A2FB}" type="pres">
      <dgm:prSet presAssocID="{A77398D3-06AB-7C4D-ABEE-34DEA43D49B7}" presName="conn" presStyleLbl="parChTrans1D2" presStyleIdx="0" presStyleCnt="1"/>
      <dgm:spPr/>
    </dgm:pt>
    <dgm:pt modelId="{4434E091-1BC6-0641-89BD-99A488489450}" type="pres">
      <dgm:prSet presAssocID="{A77398D3-06AB-7C4D-ABEE-34DEA43D49B7}" presName="extraNode" presStyleLbl="node1" presStyleIdx="0" presStyleCnt="3"/>
      <dgm:spPr/>
    </dgm:pt>
    <dgm:pt modelId="{8BD8294E-AF4B-3247-9AE4-B8D1DD990DDF}" type="pres">
      <dgm:prSet presAssocID="{A77398D3-06AB-7C4D-ABEE-34DEA43D49B7}" presName="dstNode" presStyleLbl="node1" presStyleIdx="0" presStyleCnt="3"/>
      <dgm:spPr/>
    </dgm:pt>
    <dgm:pt modelId="{B6CAC0C6-5177-7A48-8E09-3F842403587A}" type="pres">
      <dgm:prSet presAssocID="{4CA0C096-7E49-D742-9493-B45FF632BFB8}" presName="text_1" presStyleLbl="node1" presStyleIdx="0" presStyleCnt="3">
        <dgm:presLayoutVars>
          <dgm:bulletEnabled val="1"/>
        </dgm:presLayoutVars>
      </dgm:prSet>
      <dgm:spPr/>
    </dgm:pt>
    <dgm:pt modelId="{41F8EE2E-712D-034A-8622-A9A213D5B96D}" type="pres">
      <dgm:prSet presAssocID="{4CA0C096-7E49-D742-9493-B45FF632BFB8}" presName="accent_1" presStyleCnt="0"/>
      <dgm:spPr/>
    </dgm:pt>
    <dgm:pt modelId="{A71909DC-B966-DE41-A510-DD66B7144BBA}" type="pres">
      <dgm:prSet presAssocID="{4CA0C096-7E49-D742-9493-B45FF632BFB8}" presName="accentRepeatNode" presStyleLbl="solidFgAcc1" presStyleIdx="0" presStyleCnt="3"/>
      <dgm:spPr/>
    </dgm:pt>
    <dgm:pt modelId="{CE3DB0CB-B20C-EB43-880F-E0227E422E0F}" type="pres">
      <dgm:prSet presAssocID="{A5A961B3-2DB0-BC48-A3EF-44C3CDCB83B5}" presName="text_2" presStyleLbl="node1" presStyleIdx="1" presStyleCnt="3">
        <dgm:presLayoutVars>
          <dgm:bulletEnabled val="1"/>
        </dgm:presLayoutVars>
      </dgm:prSet>
      <dgm:spPr/>
    </dgm:pt>
    <dgm:pt modelId="{DDF659CB-900B-5C4A-9C95-813F6F8ECC17}" type="pres">
      <dgm:prSet presAssocID="{A5A961B3-2DB0-BC48-A3EF-44C3CDCB83B5}" presName="accent_2" presStyleCnt="0"/>
      <dgm:spPr/>
    </dgm:pt>
    <dgm:pt modelId="{69432C1C-49CC-A743-A604-947E843D3C98}" type="pres">
      <dgm:prSet presAssocID="{A5A961B3-2DB0-BC48-A3EF-44C3CDCB83B5}" presName="accentRepeatNode" presStyleLbl="solidFgAcc1" presStyleIdx="1" presStyleCnt="3"/>
      <dgm:spPr/>
    </dgm:pt>
    <dgm:pt modelId="{DB8A4741-BAD6-4042-8988-2FE6258DFC08}" type="pres">
      <dgm:prSet presAssocID="{3713E19C-FF96-4708-9C71-C7DCC563814D}" presName="text_3" presStyleLbl="node1" presStyleIdx="2" presStyleCnt="3">
        <dgm:presLayoutVars>
          <dgm:bulletEnabled val="1"/>
        </dgm:presLayoutVars>
      </dgm:prSet>
      <dgm:spPr/>
    </dgm:pt>
    <dgm:pt modelId="{E55E3E31-3827-44AF-8FBC-8F5913975091}" type="pres">
      <dgm:prSet presAssocID="{3713E19C-FF96-4708-9C71-C7DCC563814D}" presName="accent_3" presStyleCnt="0"/>
      <dgm:spPr/>
    </dgm:pt>
    <dgm:pt modelId="{E8637275-7D2F-4374-82F1-2D542A4F82D6}" type="pres">
      <dgm:prSet presAssocID="{3713E19C-FF96-4708-9C71-C7DCC563814D}" presName="accentRepeatNode" presStyleLbl="solidFgAcc1" presStyleIdx="2" presStyleCnt="3"/>
      <dgm:spPr/>
    </dgm:pt>
  </dgm:ptLst>
  <dgm:cxnLst>
    <dgm:cxn modelId="{272E2A20-43DF-7345-9905-9B2078441E84}" type="presOf" srcId="{0226A7D7-3C7C-B649-8C12-2B8170CD5A44}" destId="{77347CD2-E16E-E64F-9695-844C1426A2FB}" srcOrd="0" destOrd="0" presId="urn:microsoft.com/office/officeart/2008/layout/VerticalCurvedList"/>
    <dgm:cxn modelId="{9324322A-D418-47E2-A853-42AF2BEB96C3}" type="presOf" srcId="{3713E19C-FF96-4708-9C71-C7DCC563814D}" destId="{DB8A4741-BAD6-4042-8988-2FE6258DFC08}" srcOrd="0" destOrd="0" presId="urn:microsoft.com/office/officeart/2008/layout/VerticalCurvedList"/>
    <dgm:cxn modelId="{2F184831-1F05-2347-9566-83FDD1EBAC1C}" srcId="{A77398D3-06AB-7C4D-ABEE-34DEA43D49B7}" destId="{4CA0C096-7E49-D742-9493-B45FF632BFB8}" srcOrd="0" destOrd="0" parTransId="{4C6BBE2B-FE10-C24B-8430-A3009BCF6657}" sibTransId="{0226A7D7-3C7C-B649-8C12-2B8170CD5A44}"/>
    <dgm:cxn modelId="{52541135-C704-8141-AA2B-98D13D9FC028}" type="presOf" srcId="{A5A961B3-2DB0-BC48-A3EF-44C3CDCB83B5}" destId="{CE3DB0CB-B20C-EB43-880F-E0227E422E0F}" srcOrd="0" destOrd="0" presId="urn:microsoft.com/office/officeart/2008/layout/VerticalCurvedList"/>
    <dgm:cxn modelId="{684EBF72-15B9-1940-B58E-77ED082DE243}" srcId="{A77398D3-06AB-7C4D-ABEE-34DEA43D49B7}" destId="{A5A961B3-2DB0-BC48-A3EF-44C3CDCB83B5}" srcOrd="1" destOrd="0" parTransId="{621F8CB8-CC0C-A148-8163-22C8939773AD}" sibTransId="{270DD5E4-AF54-2346-8A5E-AB0DEABB9AB7}"/>
    <dgm:cxn modelId="{4941C0A9-19CE-E447-82FA-D0540EE9E25B}" type="presOf" srcId="{4CA0C096-7E49-D742-9493-B45FF632BFB8}" destId="{B6CAC0C6-5177-7A48-8E09-3F842403587A}" srcOrd="0" destOrd="0" presId="urn:microsoft.com/office/officeart/2008/layout/VerticalCurvedList"/>
    <dgm:cxn modelId="{E11F26C2-BBDA-9540-8303-D471B5E1BF73}" type="presOf" srcId="{A77398D3-06AB-7C4D-ABEE-34DEA43D49B7}" destId="{B5B27E46-4B5D-6C46-8392-83EFB1E7C2BE}" srcOrd="0" destOrd="0" presId="urn:microsoft.com/office/officeart/2008/layout/VerticalCurvedList"/>
    <dgm:cxn modelId="{DCD3BCE4-EAC3-4FFA-90E9-25F131153125}" srcId="{A77398D3-06AB-7C4D-ABEE-34DEA43D49B7}" destId="{3713E19C-FF96-4708-9C71-C7DCC563814D}" srcOrd="2" destOrd="0" parTransId="{8E7FA1A0-47F9-4089-8CC7-669826D4F206}" sibTransId="{375F153E-8A80-479B-8BC1-14A6067D08DE}"/>
    <dgm:cxn modelId="{CC8E3434-9E38-604F-874D-B1E403818DBA}" type="presParOf" srcId="{B5B27E46-4B5D-6C46-8392-83EFB1E7C2BE}" destId="{67263490-BE23-C643-96B8-0064B649F2EE}" srcOrd="0" destOrd="0" presId="urn:microsoft.com/office/officeart/2008/layout/VerticalCurvedList"/>
    <dgm:cxn modelId="{64AAA3A9-3B81-BA4D-8EC0-84A5509D442B}" type="presParOf" srcId="{67263490-BE23-C643-96B8-0064B649F2EE}" destId="{708EA705-6D3A-8F4F-8C20-D8FCC5A83F80}" srcOrd="0" destOrd="0" presId="urn:microsoft.com/office/officeart/2008/layout/VerticalCurvedList"/>
    <dgm:cxn modelId="{D9031715-D88D-E94B-A342-CBBFC9E8E89E}" type="presParOf" srcId="{708EA705-6D3A-8F4F-8C20-D8FCC5A83F80}" destId="{FB63368E-0D1F-554E-ACAF-DEF837ED7AE9}" srcOrd="0" destOrd="0" presId="urn:microsoft.com/office/officeart/2008/layout/VerticalCurvedList"/>
    <dgm:cxn modelId="{8FD31F56-BD15-084E-9607-E3B791EE8A7A}" type="presParOf" srcId="{708EA705-6D3A-8F4F-8C20-D8FCC5A83F80}" destId="{77347CD2-E16E-E64F-9695-844C1426A2FB}" srcOrd="1" destOrd="0" presId="urn:microsoft.com/office/officeart/2008/layout/VerticalCurvedList"/>
    <dgm:cxn modelId="{FB24B19B-E1B8-C641-8AAD-59F41F4D0E02}" type="presParOf" srcId="{708EA705-6D3A-8F4F-8C20-D8FCC5A83F80}" destId="{4434E091-1BC6-0641-89BD-99A488489450}" srcOrd="2" destOrd="0" presId="urn:microsoft.com/office/officeart/2008/layout/VerticalCurvedList"/>
    <dgm:cxn modelId="{4F753721-1A3A-254C-AACB-28990A10443C}" type="presParOf" srcId="{708EA705-6D3A-8F4F-8C20-D8FCC5A83F80}" destId="{8BD8294E-AF4B-3247-9AE4-B8D1DD990DDF}" srcOrd="3" destOrd="0" presId="urn:microsoft.com/office/officeart/2008/layout/VerticalCurvedList"/>
    <dgm:cxn modelId="{FAFE361E-0E74-A143-8E56-778579DD0BA1}" type="presParOf" srcId="{67263490-BE23-C643-96B8-0064B649F2EE}" destId="{B6CAC0C6-5177-7A48-8E09-3F842403587A}" srcOrd="1" destOrd="0" presId="urn:microsoft.com/office/officeart/2008/layout/VerticalCurvedList"/>
    <dgm:cxn modelId="{AD699845-AB9F-F741-8FAB-D8E87EC11408}" type="presParOf" srcId="{67263490-BE23-C643-96B8-0064B649F2EE}" destId="{41F8EE2E-712D-034A-8622-A9A213D5B96D}" srcOrd="2" destOrd="0" presId="urn:microsoft.com/office/officeart/2008/layout/VerticalCurvedList"/>
    <dgm:cxn modelId="{36C157F9-611B-8343-9EB7-CE47E510EB03}" type="presParOf" srcId="{41F8EE2E-712D-034A-8622-A9A213D5B96D}" destId="{A71909DC-B966-DE41-A510-DD66B7144BBA}" srcOrd="0" destOrd="0" presId="urn:microsoft.com/office/officeart/2008/layout/VerticalCurvedList"/>
    <dgm:cxn modelId="{12F20DF3-3760-9445-8CE7-302DDB87EC77}" type="presParOf" srcId="{67263490-BE23-C643-96B8-0064B649F2EE}" destId="{CE3DB0CB-B20C-EB43-880F-E0227E422E0F}" srcOrd="3" destOrd="0" presId="urn:microsoft.com/office/officeart/2008/layout/VerticalCurvedList"/>
    <dgm:cxn modelId="{54BF7814-4892-CC46-875F-EE974FF22851}" type="presParOf" srcId="{67263490-BE23-C643-96B8-0064B649F2EE}" destId="{DDF659CB-900B-5C4A-9C95-813F6F8ECC17}" srcOrd="4" destOrd="0" presId="urn:microsoft.com/office/officeart/2008/layout/VerticalCurvedList"/>
    <dgm:cxn modelId="{D10ED847-4EAA-6F4D-BB73-73B51726D4F4}" type="presParOf" srcId="{DDF659CB-900B-5C4A-9C95-813F6F8ECC17}" destId="{69432C1C-49CC-A743-A604-947E843D3C98}" srcOrd="0" destOrd="0" presId="urn:microsoft.com/office/officeart/2008/layout/VerticalCurvedList"/>
    <dgm:cxn modelId="{7E7B675A-B85F-4E50-81BF-41FD4EBA9A68}" type="presParOf" srcId="{67263490-BE23-C643-96B8-0064B649F2EE}" destId="{DB8A4741-BAD6-4042-8988-2FE6258DFC08}" srcOrd="5" destOrd="0" presId="urn:microsoft.com/office/officeart/2008/layout/VerticalCurvedList"/>
    <dgm:cxn modelId="{796C0DA2-D0C8-4E5B-9849-48A53CD55B84}" type="presParOf" srcId="{67263490-BE23-C643-96B8-0064B649F2EE}" destId="{E55E3E31-3827-44AF-8FBC-8F5913975091}" srcOrd="6" destOrd="0" presId="urn:microsoft.com/office/officeart/2008/layout/VerticalCurvedList"/>
    <dgm:cxn modelId="{C2B4F723-0750-4874-BF2C-36E075D5BF3F}" type="presParOf" srcId="{E55E3E31-3827-44AF-8FBC-8F5913975091}" destId="{E8637275-7D2F-4374-82F1-2D542A4F82D6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1228CD39-6F3A-43C7-8416-220CC6CB2591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hu-HU"/>
        </a:p>
      </dgm:t>
    </dgm:pt>
    <dgm:pt modelId="{2C5683E3-D2D7-4171-A7E2-DBBD1D63F2C1}">
      <dgm:prSet phldrT="[Szöveg]" custT="1"/>
      <dgm:spPr>
        <a:solidFill>
          <a:srgbClr val="C79759"/>
        </a:solidFill>
        <a:ln>
          <a:solidFill>
            <a:srgbClr val="8E6634"/>
          </a:solidFill>
        </a:ln>
      </dgm:spPr>
      <dgm:t>
        <a:bodyPr/>
        <a:lstStyle/>
        <a:p>
          <a:r>
            <a:rPr lang="en-GB" sz="3600" noProof="0">
              <a:latin typeface="Times New Roman" panose="02020603050405020304" pitchFamily="18" charset="0"/>
              <a:cs typeface="Times New Roman" panose="02020603050405020304" pitchFamily="18" charset="0"/>
            </a:rPr>
            <a:t>Based on results</a:t>
          </a:r>
        </a:p>
      </dgm:t>
    </dgm:pt>
    <dgm:pt modelId="{41F98A37-0AD2-42AF-92C3-A7350708C93D}" type="parTrans" cxnId="{07D9F890-48D0-49F9-BF82-64553A39C720}">
      <dgm:prSet/>
      <dgm:spPr/>
      <dgm:t>
        <a:bodyPr/>
        <a:lstStyle/>
        <a:p>
          <a:endParaRPr lang="hu-HU"/>
        </a:p>
      </dgm:t>
    </dgm:pt>
    <dgm:pt modelId="{FF6F0C4A-49B2-42B4-A499-8B31043F9253}" type="sibTrans" cxnId="{07D9F890-48D0-49F9-BF82-64553A39C720}">
      <dgm:prSet/>
      <dgm:spPr/>
      <dgm:t>
        <a:bodyPr/>
        <a:lstStyle/>
        <a:p>
          <a:endParaRPr lang="hu-HU"/>
        </a:p>
      </dgm:t>
    </dgm:pt>
    <dgm:pt modelId="{5C1736FD-5FAC-4541-941F-B3223EF6847C}">
      <dgm:prSet phldrT="[Szöveg]" custT="1"/>
      <dgm:spPr/>
      <dgm:t>
        <a:bodyPr/>
        <a:lstStyle/>
        <a:p>
          <a:r>
            <a:rPr lang="en-GB" sz="2800" noProof="0">
              <a:solidFill>
                <a:srgbClr val="1A203D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SVD outperforms MLE overall</a:t>
          </a:r>
        </a:p>
      </dgm:t>
    </dgm:pt>
    <dgm:pt modelId="{DF745832-B0F6-4AB6-8224-1009EC5620AE}" type="parTrans" cxnId="{B7625ED2-BD12-4474-9B88-6549512EE1F2}">
      <dgm:prSet/>
      <dgm:spPr/>
      <dgm:t>
        <a:bodyPr/>
        <a:lstStyle/>
        <a:p>
          <a:endParaRPr lang="hu-HU"/>
        </a:p>
      </dgm:t>
    </dgm:pt>
    <dgm:pt modelId="{9750D380-3AB0-4CA5-B67D-48493BEBD4F6}" type="sibTrans" cxnId="{B7625ED2-BD12-4474-9B88-6549512EE1F2}">
      <dgm:prSet/>
      <dgm:spPr/>
      <dgm:t>
        <a:bodyPr/>
        <a:lstStyle/>
        <a:p>
          <a:endParaRPr lang="hu-HU"/>
        </a:p>
      </dgm:t>
    </dgm:pt>
    <dgm:pt modelId="{34F117D7-3597-49DE-A875-A4F10A350C15}">
      <dgm:prSet phldrT="[Szöveg]" custT="1"/>
      <dgm:spPr>
        <a:solidFill>
          <a:srgbClr val="C79759"/>
        </a:solidFill>
        <a:ln>
          <a:solidFill>
            <a:srgbClr val="8E6634"/>
          </a:solidFill>
        </a:ln>
      </dgm:spPr>
      <dgm:t>
        <a:bodyPr/>
        <a:lstStyle/>
        <a:p>
          <a:r>
            <a:rPr lang="en-GB" sz="3600" noProof="0">
              <a:latin typeface="Times New Roman" panose="02020603050405020304" pitchFamily="18" charset="0"/>
              <a:cs typeface="Times New Roman" panose="02020603050405020304" pitchFamily="18" charset="0"/>
            </a:rPr>
            <a:t>Room for improvement</a:t>
          </a:r>
        </a:p>
      </dgm:t>
    </dgm:pt>
    <dgm:pt modelId="{9F2B76FA-4DCA-45CC-81E8-CAEE77AC2888}" type="parTrans" cxnId="{1F7226E4-71BA-486C-A1E1-2C5F04EAABBD}">
      <dgm:prSet/>
      <dgm:spPr/>
      <dgm:t>
        <a:bodyPr/>
        <a:lstStyle/>
        <a:p>
          <a:endParaRPr lang="hu-HU"/>
        </a:p>
      </dgm:t>
    </dgm:pt>
    <dgm:pt modelId="{F7B3395F-5CDA-46C6-877F-FADE28B94A6D}" type="sibTrans" cxnId="{1F7226E4-71BA-486C-A1E1-2C5F04EAABBD}">
      <dgm:prSet/>
      <dgm:spPr/>
      <dgm:t>
        <a:bodyPr/>
        <a:lstStyle/>
        <a:p>
          <a:endParaRPr lang="hu-HU"/>
        </a:p>
      </dgm:t>
    </dgm:pt>
    <dgm:pt modelId="{B70C3DC6-2A4B-48B1-B335-B73CCD6C0DC7}">
      <dgm:prSet phldrT="[Szöveg]" custT="1"/>
      <dgm:spPr/>
      <dgm:t>
        <a:bodyPr/>
        <a:lstStyle/>
        <a:p>
          <a:r>
            <a:rPr lang="en-GB" sz="2800" noProof="0" dirty="0">
              <a:solidFill>
                <a:srgbClr val="1A203D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rPr>
            <a:t>Model averaging ~ </a:t>
          </a:r>
          <a:r>
            <a:rPr lang="en-GB" sz="2800" noProof="0" dirty="0" err="1">
              <a:solidFill>
                <a:srgbClr val="1A203D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rPr>
            <a:t>Ensembling</a:t>
          </a:r>
          <a:endParaRPr lang="en-GB" sz="2800" noProof="0" dirty="0">
            <a:solidFill>
              <a:srgbClr val="1A203D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7D06A609-5A7C-43FD-8434-5E08309C1B31}" type="parTrans" cxnId="{AEC5B7BF-5084-4A8C-A332-6B4B93BD9628}">
      <dgm:prSet/>
      <dgm:spPr/>
      <dgm:t>
        <a:bodyPr/>
        <a:lstStyle/>
        <a:p>
          <a:endParaRPr lang="hu-HU"/>
        </a:p>
      </dgm:t>
    </dgm:pt>
    <dgm:pt modelId="{BBB2D86B-6C0D-4980-8CA3-B6BD74693305}" type="sibTrans" cxnId="{AEC5B7BF-5084-4A8C-A332-6B4B93BD9628}">
      <dgm:prSet/>
      <dgm:spPr/>
      <dgm:t>
        <a:bodyPr/>
        <a:lstStyle/>
        <a:p>
          <a:endParaRPr lang="hu-HU"/>
        </a:p>
      </dgm:t>
    </dgm:pt>
    <dgm:pt modelId="{0959C6EA-4F7D-42F5-8E5E-5E75EF1A991A}">
      <dgm:prSet phldrT="[Szöveg]" custT="1"/>
      <dgm:spPr/>
      <dgm:t>
        <a:bodyPr/>
        <a:lstStyle/>
        <a:p>
          <a:r>
            <a:rPr lang="en-GB" sz="2800" noProof="0">
              <a:solidFill>
                <a:srgbClr val="1A203D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Handles noise better</a:t>
          </a:r>
        </a:p>
      </dgm:t>
    </dgm:pt>
    <dgm:pt modelId="{996CEF99-4E5F-4F27-A1FB-DA207C88869A}" type="parTrans" cxnId="{E12CCB56-8663-487D-B5AA-307BBA10D8FD}">
      <dgm:prSet/>
      <dgm:spPr/>
      <dgm:t>
        <a:bodyPr/>
        <a:lstStyle/>
        <a:p>
          <a:endParaRPr lang="hu-HU"/>
        </a:p>
      </dgm:t>
    </dgm:pt>
    <dgm:pt modelId="{EE24F0F6-8A41-4B8E-9AB3-A2242D641940}" type="sibTrans" cxnId="{E12CCB56-8663-487D-B5AA-307BBA10D8FD}">
      <dgm:prSet/>
      <dgm:spPr/>
      <dgm:t>
        <a:bodyPr/>
        <a:lstStyle/>
        <a:p>
          <a:endParaRPr lang="hu-HU"/>
        </a:p>
      </dgm:t>
    </dgm:pt>
    <dgm:pt modelId="{2EBC2195-01EE-4F4C-89EF-5CF5996FE21A}">
      <dgm:prSet phldrT="[Szöveg]" custT="1"/>
      <dgm:spPr/>
      <dgm:t>
        <a:bodyPr/>
        <a:lstStyle/>
        <a:p>
          <a:endParaRPr lang="en-GB" sz="2800" noProof="0">
            <a:solidFill>
              <a:srgbClr val="1A203D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DEE28B26-5AD2-4EE8-86D4-118EAA1DACAA}" type="parTrans" cxnId="{1D7C9CE2-CF35-45F4-A375-15154F87DFBD}">
      <dgm:prSet/>
      <dgm:spPr/>
      <dgm:t>
        <a:bodyPr/>
        <a:lstStyle/>
        <a:p>
          <a:endParaRPr lang="hu-HU"/>
        </a:p>
      </dgm:t>
    </dgm:pt>
    <dgm:pt modelId="{E3BD3A05-ED5D-4D2F-9E77-8CC3772CE34B}" type="sibTrans" cxnId="{1D7C9CE2-CF35-45F4-A375-15154F87DFBD}">
      <dgm:prSet/>
      <dgm:spPr/>
      <dgm:t>
        <a:bodyPr/>
        <a:lstStyle/>
        <a:p>
          <a:endParaRPr lang="hu-HU"/>
        </a:p>
      </dgm:t>
    </dgm:pt>
    <dgm:pt modelId="{0D9E3EEF-C485-4B43-ACB4-75C92273B5C9}">
      <dgm:prSet phldrT="[Szöveg]" custT="1"/>
      <dgm:spPr/>
      <dgm:t>
        <a:bodyPr/>
        <a:lstStyle/>
        <a:p>
          <a:endParaRPr lang="en-GB" sz="2800" noProof="0">
            <a:solidFill>
              <a:srgbClr val="1A203D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1C2C28C5-6C2B-4146-8437-82374EC178B3}" type="parTrans" cxnId="{FDBC84AA-6F68-4C89-9E7A-41250A6B8EC1}">
      <dgm:prSet/>
      <dgm:spPr/>
      <dgm:t>
        <a:bodyPr/>
        <a:lstStyle/>
        <a:p>
          <a:endParaRPr lang="hu-HU"/>
        </a:p>
      </dgm:t>
    </dgm:pt>
    <dgm:pt modelId="{F657B5FE-9836-407D-9B02-D10F9A0825E0}" type="sibTrans" cxnId="{FDBC84AA-6F68-4C89-9E7A-41250A6B8EC1}">
      <dgm:prSet/>
      <dgm:spPr/>
      <dgm:t>
        <a:bodyPr/>
        <a:lstStyle/>
        <a:p>
          <a:endParaRPr lang="hu-HU"/>
        </a:p>
      </dgm:t>
    </dgm:pt>
    <dgm:pt modelId="{BC0B3A46-F824-4E95-82E8-CDDF7BB57626}">
      <dgm:prSet phldrT="[Szöveg]" custT="1"/>
      <dgm:spPr/>
      <dgm:t>
        <a:bodyPr/>
        <a:lstStyle/>
        <a:p>
          <a:r>
            <a:rPr lang="en-GB" sz="2800" noProof="0">
              <a:solidFill>
                <a:srgbClr val="1A203D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MLE likely overfits</a:t>
          </a:r>
        </a:p>
      </dgm:t>
    </dgm:pt>
    <dgm:pt modelId="{03C48612-3167-4BD6-8307-06E023025428}" type="parTrans" cxnId="{1310AAF3-18E5-4562-9EF7-DA0FCC179CDB}">
      <dgm:prSet/>
      <dgm:spPr/>
      <dgm:t>
        <a:bodyPr/>
        <a:lstStyle/>
        <a:p>
          <a:endParaRPr lang="hu-HU"/>
        </a:p>
      </dgm:t>
    </dgm:pt>
    <dgm:pt modelId="{D27DE512-20BE-4A22-B3CE-B41A64FEA7C5}" type="sibTrans" cxnId="{1310AAF3-18E5-4562-9EF7-DA0FCC179CDB}">
      <dgm:prSet/>
      <dgm:spPr/>
      <dgm:t>
        <a:bodyPr/>
        <a:lstStyle/>
        <a:p>
          <a:endParaRPr lang="hu-HU"/>
        </a:p>
      </dgm:t>
    </dgm:pt>
    <dgm:pt modelId="{54ECE1DC-0B79-4F1E-9E44-0F5F225C3C7C}">
      <dgm:prSet phldrT="[Szöveg]" custT="1"/>
      <dgm:spPr/>
      <dgm:t>
        <a:bodyPr/>
        <a:lstStyle/>
        <a:p>
          <a:r>
            <a:rPr lang="en-GB" sz="2800" noProof="0">
              <a:solidFill>
                <a:srgbClr val="1A203D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Multi-population Lee-Carter model</a:t>
          </a:r>
        </a:p>
      </dgm:t>
    </dgm:pt>
    <dgm:pt modelId="{C2DC3D25-4646-4A66-B1ED-EB2D73F354DA}" type="parTrans" cxnId="{6EFE1E54-F5E4-463F-9177-D3ADE96E5951}">
      <dgm:prSet/>
      <dgm:spPr/>
      <dgm:t>
        <a:bodyPr/>
        <a:lstStyle/>
        <a:p>
          <a:endParaRPr lang="hu-HU"/>
        </a:p>
      </dgm:t>
    </dgm:pt>
    <dgm:pt modelId="{8F09DDE4-AB96-47B1-A24C-DAD888008E1A}" type="sibTrans" cxnId="{6EFE1E54-F5E4-463F-9177-D3ADE96E5951}">
      <dgm:prSet/>
      <dgm:spPr/>
      <dgm:t>
        <a:bodyPr/>
        <a:lstStyle/>
        <a:p>
          <a:endParaRPr lang="hu-HU"/>
        </a:p>
      </dgm:t>
    </dgm:pt>
    <dgm:pt modelId="{B942AF66-19E3-4E95-8BB5-BB452793A8C6}">
      <dgm:prSet phldrT="[Szöveg]" custT="1"/>
      <dgm:spPr/>
      <dgm:t>
        <a:bodyPr/>
        <a:lstStyle/>
        <a:p>
          <a:r>
            <a:rPr lang="en-GB" sz="2800" noProof="0">
              <a:solidFill>
                <a:srgbClr val="1A203D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No sex or region where MLE clearly wins</a:t>
          </a:r>
        </a:p>
      </dgm:t>
    </dgm:pt>
    <dgm:pt modelId="{23AFBA66-AF5A-457B-9B14-84734C393C77}" type="parTrans" cxnId="{B4D44835-8F1B-4C63-ABDC-F350B9D339BC}">
      <dgm:prSet/>
      <dgm:spPr/>
      <dgm:t>
        <a:bodyPr/>
        <a:lstStyle/>
        <a:p>
          <a:endParaRPr lang="hu-HU"/>
        </a:p>
      </dgm:t>
    </dgm:pt>
    <dgm:pt modelId="{8E9518A2-6AA6-40DA-A72A-A1030ECA3FD5}" type="sibTrans" cxnId="{B4D44835-8F1B-4C63-ABDC-F350B9D339BC}">
      <dgm:prSet/>
      <dgm:spPr/>
      <dgm:t>
        <a:bodyPr/>
        <a:lstStyle/>
        <a:p>
          <a:endParaRPr lang="hu-HU"/>
        </a:p>
      </dgm:t>
    </dgm:pt>
    <dgm:pt modelId="{04E46A7F-FEEF-40CC-9E7B-B119A4FEE6AE}" type="pres">
      <dgm:prSet presAssocID="{1228CD39-6F3A-43C7-8416-220CC6CB2591}" presName="linear" presStyleCnt="0">
        <dgm:presLayoutVars>
          <dgm:animLvl val="lvl"/>
          <dgm:resizeHandles val="exact"/>
        </dgm:presLayoutVars>
      </dgm:prSet>
      <dgm:spPr/>
    </dgm:pt>
    <dgm:pt modelId="{3FF83438-1FE6-4949-B976-5751A6C98973}" type="pres">
      <dgm:prSet presAssocID="{2C5683E3-D2D7-4171-A7E2-DBBD1D63F2C1}" presName="parentText" presStyleLbl="node1" presStyleIdx="0" presStyleCnt="2" custScaleY="70312" custLinFactNeighborY="-80431">
        <dgm:presLayoutVars>
          <dgm:chMax val="0"/>
          <dgm:bulletEnabled val="1"/>
        </dgm:presLayoutVars>
      </dgm:prSet>
      <dgm:spPr/>
    </dgm:pt>
    <dgm:pt modelId="{5FA2A3A9-F209-4A28-AE2F-7730AB9217D0}" type="pres">
      <dgm:prSet presAssocID="{2C5683E3-D2D7-4171-A7E2-DBBD1D63F2C1}" presName="childText" presStyleLbl="revTx" presStyleIdx="0" presStyleCnt="2" custScaleY="72759" custLinFactNeighborY="-32588">
        <dgm:presLayoutVars>
          <dgm:bulletEnabled val="1"/>
        </dgm:presLayoutVars>
      </dgm:prSet>
      <dgm:spPr/>
    </dgm:pt>
    <dgm:pt modelId="{E2125982-5C51-4594-B77C-60F617E8F5B8}" type="pres">
      <dgm:prSet presAssocID="{34F117D7-3597-49DE-A875-A4F10A350C15}" presName="parentText" presStyleLbl="node1" presStyleIdx="1" presStyleCnt="2" custScaleY="70312" custLinFactNeighborY="-36702">
        <dgm:presLayoutVars>
          <dgm:chMax val="0"/>
          <dgm:bulletEnabled val="1"/>
        </dgm:presLayoutVars>
      </dgm:prSet>
      <dgm:spPr/>
    </dgm:pt>
    <dgm:pt modelId="{8E2A4574-3850-467D-8AFD-9428B9B3E46D}" type="pres">
      <dgm:prSet presAssocID="{34F117D7-3597-49DE-A875-A4F10A350C15}" presName="childText" presStyleLbl="revTx" presStyleIdx="1" presStyleCnt="2" custLinFactNeighborX="874" custLinFactNeighborY="-19161">
        <dgm:presLayoutVars>
          <dgm:bulletEnabled val="1"/>
        </dgm:presLayoutVars>
      </dgm:prSet>
      <dgm:spPr/>
    </dgm:pt>
  </dgm:ptLst>
  <dgm:cxnLst>
    <dgm:cxn modelId="{EA5A0E08-9D93-418B-AB02-A0B8674B36EB}" type="presOf" srcId="{1228CD39-6F3A-43C7-8416-220CC6CB2591}" destId="{04E46A7F-FEEF-40CC-9E7B-B119A4FEE6AE}" srcOrd="0" destOrd="0" presId="urn:microsoft.com/office/officeart/2005/8/layout/vList2"/>
    <dgm:cxn modelId="{F983962D-6197-4F75-A1B0-28C0FDD2132E}" type="presOf" srcId="{5C1736FD-5FAC-4541-941F-B3223EF6847C}" destId="{5FA2A3A9-F209-4A28-AE2F-7730AB9217D0}" srcOrd="0" destOrd="0" presId="urn:microsoft.com/office/officeart/2005/8/layout/vList2"/>
    <dgm:cxn modelId="{1532C833-9F8C-418D-9E8E-23373B62FF00}" type="presOf" srcId="{B942AF66-19E3-4E95-8BB5-BB452793A8C6}" destId="{5FA2A3A9-F209-4A28-AE2F-7730AB9217D0}" srcOrd="0" destOrd="3" presId="urn:microsoft.com/office/officeart/2005/8/layout/vList2"/>
    <dgm:cxn modelId="{7A92AC34-CC71-4C48-BA19-8BE316C67C21}" type="presOf" srcId="{BC0B3A46-F824-4E95-82E8-CDDF7BB57626}" destId="{5FA2A3A9-F209-4A28-AE2F-7730AB9217D0}" srcOrd="0" destOrd="2" presId="urn:microsoft.com/office/officeart/2005/8/layout/vList2"/>
    <dgm:cxn modelId="{B4D44835-8F1B-4C63-ABDC-F350B9D339BC}" srcId="{BC0B3A46-F824-4E95-82E8-CDDF7BB57626}" destId="{B942AF66-19E3-4E95-8BB5-BB452793A8C6}" srcOrd="0" destOrd="0" parTransId="{23AFBA66-AF5A-457B-9B14-84734C393C77}" sibTransId="{8E9518A2-6AA6-40DA-A72A-A1030ECA3FD5}"/>
    <dgm:cxn modelId="{B9C43F64-D684-4254-B193-9240B5872F95}" type="presOf" srcId="{34F117D7-3597-49DE-A875-A4F10A350C15}" destId="{E2125982-5C51-4594-B77C-60F617E8F5B8}" srcOrd="0" destOrd="0" presId="urn:microsoft.com/office/officeart/2005/8/layout/vList2"/>
    <dgm:cxn modelId="{3E040A67-1698-487F-A373-2004A4582B9C}" type="presOf" srcId="{B70C3DC6-2A4B-48B1-B335-B73CCD6C0DC7}" destId="{8E2A4574-3850-467D-8AFD-9428B9B3E46D}" srcOrd="0" destOrd="0" presId="urn:microsoft.com/office/officeart/2005/8/layout/vList2"/>
    <dgm:cxn modelId="{6EFE1E54-F5E4-463F-9177-D3ADE96E5951}" srcId="{34F117D7-3597-49DE-A875-A4F10A350C15}" destId="{54ECE1DC-0B79-4F1E-9E44-0F5F225C3C7C}" srcOrd="1" destOrd="0" parTransId="{C2DC3D25-4646-4A66-B1ED-EB2D73F354DA}" sibTransId="{8F09DDE4-AB96-47B1-A24C-DAD888008E1A}"/>
    <dgm:cxn modelId="{8F4CD354-E28E-46C8-96B3-D5FA82430A86}" type="presOf" srcId="{0959C6EA-4F7D-42F5-8E5E-5E75EF1A991A}" destId="{5FA2A3A9-F209-4A28-AE2F-7730AB9217D0}" srcOrd="0" destOrd="1" presId="urn:microsoft.com/office/officeart/2005/8/layout/vList2"/>
    <dgm:cxn modelId="{E12CCB56-8663-487D-B5AA-307BBA10D8FD}" srcId="{5C1736FD-5FAC-4541-941F-B3223EF6847C}" destId="{0959C6EA-4F7D-42F5-8E5E-5E75EF1A991A}" srcOrd="0" destOrd="0" parTransId="{996CEF99-4E5F-4F27-A1FB-DA207C88869A}" sibTransId="{EE24F0F6-8A41-4B8E-9AB3-A2242D641940}"/>
    <dgm:cxn modelId="{F8578382-DAA1-4BCB-99B5-145C2C01DDBE}" type="presOf" srcId="{0D9E3EEF-C485-4B43-ACB4-75C92273B5C9}" destId="{5FA2A3A9-F209-4A28-AE2F-7730AB9217D0}" srcOrd="0" destOrd="4" presId="urn:microsoft.com/office/officeart/2005/8/layout/vList2"/>
    <dgm:cxn modelId="{07D9F890-48D0-49F9-BF82-64553A39C720}" srcId="{1228CD39-6F3A-43C7-8416-220CC6CB2591}" destId="{2C5683E3-D2D7-4171-A7E2-DBBD1D63F2C1}" srcOrd="0" destOrd="0" parTransId="{41F98A37-0AD2-42AF-92C3-A7350708C93D}" sibTransId="{FF6F0C4A-49B2-42B4-A499-8B31043F9253}"/>
    <dgm:cxn modelId="{B36F6D96-B4C4-4B76-8BA7-3E2F67AB551C}" type="presOf" srcId="{2EBC2195-01EE-4F4C-89EF-5CF5996FE21A}" destId="{5FA2A3A9-F209-4A28-AE2F-7730AB9217D0}" srcOrd="0" destOrd="5" presId="urn:microsoft.com/office/officeart/2005/8/layout/vList2"/>
    <dgm:cxn modelId="{5C95879E-4F4E-4DCE-BDBD-8BA881601513}" type="presOf" srcId="{2C5683E3-D2D7-4171-A7E2-DBBD1D63F2C1}" destId="{3FF83438-1FE6-4949-B976-5751A6C98973}" srcOrd="0" destOrd="0" presId="urn:microsoft.com/office/officeart/2005/8/layout/vList2"/>
    <dgm:cxn modelId="{FDBC84AA-6F68-4C89-9E7A-41250A6B8EC1}" srcId="{2C5683E3-D2D7-4171-A7E2-DBBD1D63F2C1}" destId="{0D9E3EEF-C485-4B43-ACB4-75C92273B5C9}" srcOrd="2" destOrd="0" parTransId="{1C2C28C5-6C2B-4146-8437-82374EC178B3}" sibTransId="{F657B5FE-9836-407D-9B02-D10F9A0825E0}"/>
    <dgm:cxn modelId="{AEC5B7BF-5084-4A8C-A332-6B4B93BD9628}" srcId="{34F117D7-3597-49DE-A875-A4F10A350C15}" destId="{B70C3DC6-2A4B-48B1-B335-B73CCD6C0DC7}" srcOrd="0" destOrd="0" parTransId="{7D06A609-5A7C-43FD-8434-5E08309C1B31}" sibTransId="{BBB2D86B-6C0D-4980-8CA3-B6BD74693305}"/>
    <dgm:cxn modelId="{25F215C1-F825-47F9-8F69-F8EBDDA689EE}" type="presOf" srcId="{54ECE1DC-0B79-4F1E-9E44-0F5F225C3C7C}" destId="{8E2A4574-3850-467D-8AFD-9428B9B3E46D}" srcOrd="0" destOrd="1" presId="urn:microsoft.com/office/officeart/2005/8/layout/vList2"/>
    <dgm:cxn modelId="{B7625ED2-BD12-4474-9B88-6549512EE1F2}" srcId="{2C5683E3-D2D7-4171-A7E2-DBBD1D63F2C1}" destId="{5C1736FD-5FAC-4541-941F-B3223EF6847C}" srcOrd="0" destOrd="0" parTransId="{DF745832-B0F6-4AB6-8224-1009EC5620AE}" sibTransId="{9750D380-3AB0-4CA5-B67D-48493BEBD4F6}"/>
    <dgm:cxn modelId="{1D7C9CE2-CF35-45F4-A375-15154F87DFBD}" srcId="{2C5683E3-D2D7-4171-A7E2-DBBD1D63F2C1}" destId="{2EBC2195-01EE-4F4C-89EF-5CF5996FE21A}" srcOrd="3" destOrd="0" parTransId="{DEE28B26-5AD2-4EE8-86D4-118EAA1DACAA}" sibTransId="{E3BD3A05-ED5D-4D2F-9E77-8CC3772CE34B}"/>
    <dgm:cxn modelId="{1F7226E4-71BA-486C-A1E1-2C5F04EAABBD}" srcId="{1228CD39-6F3A-43C7-8416-220CC6CB2591}" destId="{34F117D7-3597-49DE-A875-A4F10A350C15}" srcOrd="1" destOrd="0" parTransId="{9F2B76FA-4DCA-45CC-81E8-CAEE77AC2888}" sibTransId="{F7B3395F-5CDA-46C6-877F-FADE28B94A6D}"/>
    <dgm:cxn modelId="{1310AAF3-18E5-4562-9EF7-DA0FCC179CDB}" srcId="{2C5683E3-D2D7-4171-A7E2-DBBD1D63F2C1}" destId="{BC0B3A46-F824-4E95-82E8-CDDF7BB57626}" srcOrd="1" destOrd="0" parTransId="{03C48612-3167-4BD6-8307-06E023025428}" sibTransId="{D27DE512-20BE-4A22-B3CE-B41A64FEA7C5}"/>
    <dgm:cxn modelId="{0BF30292-605C-47B6-A5A8-CE14E3D9DD03}" type="presParOf" srcId="{04E46A7F-FEEF-40CC-9E7B-B119A4FEE6AE}" destId="{3FF83438-1FE6-4949-B976-5751A6C98973}" srcOrd="0" destOrd="0" presId="urn:microsoft.com/office/officeart/2005/8/layout/vList2"/>
    <dgm:cxn modelId="{BDAC8D88-2034-4071-9B3F-FADF6DF4DD68}" type="presParOf" srcId="{04E46A7F-FEEF-40CC-9E7B-B119A4FEE6AE}" destId="{5FA2A3A9-F209-4A28-AE2F-7730AB9217D0}" srcOrd="1" destOrd="0" presId="urn:microsoft.com/office/officeart/2005/8/layout/vList2"/>
    <dgm:cxn modelId="{37C43B5E-7437-4CAA-9FB2-D8235F80DA1F}" type="presParOf" srcId="{04E46A7F-FEEF-40CC-9E7B-B119A4FEE6AE}" destId="{E2125982-5C51-4594-B77C-60F617E8F5B8}" srcOrd="2" destOrd="0" presId="urn:microsoft.com/office/officeart/2005/8/layout/vList2"/>
    <dgm:cxn modelId="{D4B3B87F-EFD9-4F6D-9CF4-BBF07A0B9E3E}" type="presParOf" srcId="{04E46A7F-FEEF-40CC-9E7B-B119A4FEE6AE}" destId="{8E2A4574-3850-467D-8AFD-9428B9B3E46D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FF83438-1FE6-4949-B976-5751A6C98973}">
      <dsp:nvSpPr>
        <dsp:cNvPr id="0" name=""/>
        <dsp:cNvSpPr/>
      </dsp:nvSpPr>
      <dsp:spPr>
        <a:xfrm>
          <a:off x="0" y="3678"/>
          <a:ext cx="6280959" cy="1310400"/>
        </a:xfrm>
        <a:prstGeom prst="roundRect">
          <a:avLst/>
        </a:prstGeom>
        <a:solidFill>
          <a:srgbClr val="C79759"/>
        </a:solidFill>
        <a:ln w="19050" cap="flat" cmpd="sng" algn="ctr">
          <a:solidFill>
            <a:srgbClr val="8E6634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3360" tIns="213360" rIns="213360" bIns="213360" numCol="1" spcCol="1270" anchor="ctr" anchorCtr="0">
          <a:noAutofit/>
        </a:bodyPr>
        <a:lstStyle/>
        <a:p>
          <a:pPr marL="0" lvl="0" indent="0" algn="l" defTabSz="2489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5600" kern="1200" noProof="0">
              <a:latin typeface="Times New Roman" panose="02020603050405020304" pitchFamily="18" charset="0"/>
              <a:cs typeface="Times New Roman" panose="02020603050405020304" pitchFamily="18" charset="0"/>
            </a:rPr>
            <a:t>Policy making</a:t>
          </a:r>
        </a:p>
      </dsp:txBody>
      <dsp:txXfrm>
        <a:off x="63968" y="67646"/>
        <a:ext cx="6153023" cy="1182464"/>
      </dsp:txXfrm>
    </dsp:sp>
    <dsp:sp modelId="{5FA2A3A9-F209-4A28-AE2F-7730AB9217D0}">
      <dsp:nvSpPr>
        <dsp:cNvPr id="0" name=""/>
        <dsp:cNvSpPr/>
      </dsp:nvSpPr>
      <dsp:spPr>
        <a:xfrm>
          <a:off x="0" y="1314078"/>
          <a:ext cx="6280959" cy="9273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9420" tIns="35560" rIns="199136" bIns="35560" numCol="1" spcCol="1270" anchor="t" anchorCtr="0">
          <a:noAutofit/>
        </a:bodyPr>
        <a:lstStyle/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hu-HU" sz="2800" kern="1200" noProof="0" err="1">
              <a:solidFill>
                <a:srgbClr val="1A203D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Capacity</a:t>
          </a:r>
          <a:r>
            <a:rPr lang="hu-HU" sz="2800" kern="1200" noProof="0">
              <a:solidFill>
                <a:srgbClr val="1A203D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of  </a:t>
          </a:r>
          <a:r>
            <a:rPr lang="hu-HU" sz="2800" kern="1200" noProof="0" err="1">
              <a:solidFill>
                <a:srgbClr val="1A203D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the</a:t>
          </a:r>
          <a:r>
            <a:rPr lang="hu-HU" sz="2800" kern="1200" noProof="0">
              <a:solidFill>
                <a:srgbClr val="1A203D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hu-HU" sz="2800" kern="1200" noProof="0" err="1">
              <a:solidFill>
                <a:srgbClr val="1A203D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public</a:t>
          </a:r>
          <a:r>
            <a:rPr lang="hu-HU" sz="2800" kern="1200" noProof="0">
              <a:solidFill>
                <a:srgbClr val="1A203D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hu-HU" sz="2800" kern="1200" noProof="0" err="1">
              <a:solidFill>
                <a:srgbClr val="1A203D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health</a:t>
          </a:r>
          <a:r>
            <a:rPr lang="hu-HU" sz="2800" kern="1200" noProof="0">
              <a:solidFill>
                <a:srgbClr val="1A203D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hu-HU" sz="2800" kern="1200" noProof="0" err="1">
              <a:solidFill>
                <a:srgbClr val="1A203D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system</a:t>
          </a:r>
          <a:endParaRPr lang="en-GB" sz="2800" kern="1200" noProof="0">
            <a:solidFill>
              <a:srgbClr val="1A203D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hu-HU" sz="2800" kern="1200" noProof="0" err="1">
              <a:solidFill>
                <a:srgbClr val="1A203D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Size</a:t>
          </a:r>
          <a:r>
            <a:rPr lang="hu-HU" sz="2800" kern="1200" noProof="0">
              <a:solidFill>
                <a:srgbClr val="1A203D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of </a:t>
          </a:r>
          <a:r>
            <a:rPr lang="hu-HU" sz="2800" kern="1200" noProof="0" err="1">
              <a:solidFill>
                <a:srgbClr val="1A203D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active</a:t>
          </a:r>
          <a:r>
            <a:rPr lang="hu-HU" sz="2800" kern="1200" noProof="0">
              <a:solidFill>
                <a:srgbClr val="1A203D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hu-HU" sz="2800" kern="1200" noProof="0" err="1">
              <a:solidFill>
                <a:srgbClr val="1A203D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population</a:t>
          </a:r>
          <a:endParaRPr lang="en-GB" sz="2800" kern="1200" noProof="0">
            <a:solidFill>
              <a:srgbClr val="1A203D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0" y="1314078"/>
        <a:ext cx="6280959" cy="927360"/>
      </dsp:txXfrm>
    </dsp:sp>
    <dsp:sp modelId="{E2125982-5C51-4594-B77C-60F617E8F5B8}">
      <dsp:nvSpPr>
        <dsp:cNvPr id="0" name=""/>
        <dsp:cNvSpPr/>
      </dsp:nvSpPr>
      <dsp:spPr>
        <a:xfrm>
          <a:off x="0" y="2241438"/>
          <a:ext cx="6280959" cy="1310400"/>
        </a:xfrm>
        <a:prstGeom prst="roundRect">
          <a:avLst/>
        </a:prstGeom>
        <a:solidFill>
          <a:srgbClr val="C79759"/>
        </a:solidFill>
        <a:ln w="19050" cap="flat" cmpd="sng" algn="ctr">
          <a:solidFill>
            <a:srgbClr val="8E6634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3360" tIns="213360" rIns="213360" bIns="213360" numCol="1" spcCol="1270" anchor="ctr" anchorCtr="0">
          <a:noAutofit/>
        </a:bodyPr>
        <a:lstStyle/>
        <a:p>
          <a:pPr marL="0" lvl="0" indent="0" algn="l" defTabSz="2489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5600" kern="1200" noProof="0"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rPr>
            <a:t>Pensions, insurance</a:t>
          </a:r>
          <a:endParaRPr lang="en-GB" sz="5600" kern="1200" noProof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63968" y="2305406"/>
        <a:ext cx="6153023" cy="1182464"/>
      </dsp:txXfrm>
    </dsp:sp>
    <dsp:sp modelId="{8E2A4574-3850-467D-8AFD-9428B9B3E46D}">
      <dsp:nvSpPr>
        <dsp:cNvPr id="0" name=""/>
        <dsp:cNvSpPr/>
      </dsp:nvSpPr>
      <dsp:spPr>
        <a:xfrm>
          <a:off x="0" y="3551838"/>
          <a:ext cx="6280959" cy="9273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9420" tIns="35560" rIns="199136" bIns="35560" numCol="1" spcCol="1270" anchor="t" anchorCtr="0">
          <a:noAutofit/>
        </a:bodyPr>
        <a:lstStyle/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hu-HU" sz="2800" kern="1200" noProof="0" err="1">
              <a:solidFill>
                <a:srgbClr val="1A203D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State</a:t>
          </a:r>
          <a:r>
            <a:rPr lang="hu-HU" sz="2800" kern="1200" noProof="0">
              <a:solidFill>
                <a:srgbClr val="1A203D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hu-HU" sz="2800" kern="1200" noProof="0" err="1">
              <a:solidFill>
                <a:srgbClr val="1A203D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pension</a:t>
          </a:r>
          <a:r>
            <a:rPr lang="hu-HU" sz="2800" kern="1200" noProof="0">
              <a:solidFill>
                <a:srgbClr val="1A203D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hu-HU" sz="2800" kern="1200" noProof="0" err="1">
              <a:solidFill>
                <a:srgbClr val="1A203D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system</a:t>
          </a:r>
          <a:endParaRPr lang="en-GB" sz="2800" kern="1200" noProof="0">
            <a:solidFill>
              <a:srgbClr val="1A203D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hu-HU" sz="2800" kern="1200" noProof="0" err="1">
              <a:solidFill>
                <a:srgbClr val="1A203D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Insurance</a:t>
          </a:r>
          <a:r>
            <a:rPr lang="hu-HU" sz="2800" kern="1200" noProof="0">
              <a:solidFill>
                <a:srgbClr val="1A203D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hu-HU" sz="2800" kern="1200" noProof="0" err="1">
              <a:solidFill>
                <a:srgbClr val="1A203D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companies</a:t>
          </a:r>
          <a:endParaRPr lang="en-GB" sz="2800" kern="1200" noProof="0">
            <a:solidFill>
              <a:srgbClr val="1A203D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0" y="3551838"/>
        <a:ext cx="6280959" cy="92736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7347CD2-E16E-E64F-9695-844C1426A2FB}">
      <dsp:nvSpPr>
        <dsp:cNvPr id="0" name=""/>
        <dsp:cNvSpPr/>
      </dsp:nvSpPr>
      <dsp:spPr>
        <a:xfrm>
          <a:off x="-5606990" y="-858358"/>
          <a:ext cx="6675776" cy="6675776"/>
        </a:xfrm>
        <a:prstGeom prst="blockArc">
          <a:avLst>
            <a:gd name="adj1" fmla="val 18900000"/>
            <a:gd name="adj2" fmla="val 2700000"/>
            <a:gd name="adj3" fmla="val 324"/>
          </a:avLst>
        </a:pr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6CAC0C6-5177-7A48-8E09-3F842403587A}">
      <dsp:nvSpPr>
        <dsp:cNvPr id="0" name=""/>
        <dsp:cNvSpPr/>
      </dsp:nvSpPr>
      <dsp:spPr>
        <a:xfrm>
          <a:off x="559485" y="381252"/>
          <a:ext cx="5008540" cy="762901"/>
        </a:xfrm>
        <a:prstGeom prst="rect">
          <a:avLst/>
        </a:prstGeom>
        <a:solidFill>
          <a:srgbClr val="1A203D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5553" tIns="86360" rIns="86360" bIns="8636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Wingdings" panose="05000000000000000000" pitchFamily="2" charset="2"/>
            <a:buNone/>
          </a:pPr>
          <a:r>
            <a:rPr lang="en-GB" sz="3400" kern="1200" noProof="0" dirty="0">
              <a:latin typeface="Times New Roman" panose="02020603050405020304" pitchFamily="18" charset="0"/>
              <a:cs typeface="Times New Roman" panose="02020603050405020304" pitchFamily="18" charset="0"/>
            </a:rPr>
            <a:t>30 countries, both sexes</a:t>
          </a:r>
        </a:p>
      </dsp:txBody>
      <dsp:txXfrm>
        <a:off x="559485" y="381252"/>
        <a:ext cx="5008540" cy="762901"/>
      </dsp:txXfrm>
    </dsp:sp>
    <dsp:sp modelId="{A71909DC-B966-DE41-A510-DD66B7144BBA}">
      <dsp:nvSpPr>
        <dsp:cNvPr id="0" name=""/>
        <dsp:cNvSpPr/>
      </dsp:nvSpPr>
      <dsp:spPr>
        <a:xfrm>
          <a:off x="82672" y="285889"/>
          <a:ext cx="953627" cy="953627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E3DB0CB-B20C-EB43-880F-E0227E422E0F}">
      <dsp:nvSpPr>
        <dsp:cNvPr id="0" name=""/>
        <dsp:cNvSpPr/>
      </dsp:nvSpPr>
      <dsp:spPr>
        <a:xfrm>
          <a:off x="996874" y="1525803"/>
          <a:ext cx="4571151" cy="762901"/>
        </a:xfrm>
        <a:prstGeom prst="rect">
          <a:avLst/>
        </a:prstGeom>
        <a:solidFill>
          <a:srgbClr val="1A203D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5553" tIns="86360" rIns="86360" bIns="8636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Wingdings" panose="05000000000000000000" pitchFamily="2" charset="2"/>
            <a:buNone/>
          </a:pPr>
          <a:r>
            <a:rPr lang="en-GB" sz="3400" kern="1200" noProof="0">
              <a:latin typeface="Times New Roman" panose="02020603050405020304" pitchFamily="18" charset="0"/>
              <a:cs typeface="Times New Roman" panose="02020603050405020304" pitchFamily="18" charset="0"/>
            </a:rPr>
            <a:t>0-90+ age groups</a:t>
          </a:r>
        </a:p>
      </dsp:txBody>
      <dsp:txXfrm>
        <a:off x="996874" y="1525803"/>
        <a:ext cx="4571151" cy="762901"/>
      </dsp:txXfrm>
    </dsp:sp>
    <dsp:sp modelId="{69432C1C-49CC-A743-A604-947E843D3C98}">
      <dsp:nvSpPr>
        <dsp:cNvPr id="0" name=""/>
        <dsp:cNvSpPr/>
      </dsp:nvSpPr>
      <dsp:spPr>
        <a:xfrm>
          <a:off x="520061" y="1430440"/>
          <a:ext cx="953627" cy="953627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CD15834-541B-E448-ABA9-C665B73E8E94}">
      <dsp:nvSpPr>
        <dsp:cNvPr id="0" name=""/>
        <dsp:cNvSpPr/>
      </dsp:nvSpPr>
      <dsp:spPr>
        <a:xfrm>
          <a:off x="996874" y="2670354"/>
          <a:ext cx="4571151" cy="762901"/>
        </a:xfrm>
        <a:prstGeom prst="rect">
          <a:avLst/>
        </a:prstGeom>
        <a:solidFill>
          <a:srgbClr val="1A203D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5553" tIns="86360" rIns="86360" bIns="8636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Wingdings" panose="05000000000000000000" pitchFamily="2" charset="2"/>
            <a:buNone/>
          </a:pPr>
          <a:r>
            <a:rPr lang="en-GB" sz="3400" kern="1200" noProof="0">
              <a:latin typeface="Times New Roman" panose="02020603050405020304" pitchFamily="18" charset="0"/>
              <a:cs typeface="Times New Roman" panose="02020603050405020304" pitchFamily="18" charset="0"/>
            </a:rPr>
            <a:t>Train: 1960-2004</a:t>
          </a:r>
        </a:p>
      </dsp:txBody>
      <dsp:txXfrm>
        <a:off x="996874" y="2670354"/>
        <a:ext cx="4571151" cy="762901"/>
      </dsp:txXfrm>
    </dsp:sp>
    <dsp:sp modelId="{157CAC58-FB69-EC42-BEEF-C6A3D8D7157E}">
      <dsp:nvSpPr>
        <dsp:cNvPr id="0" name=""/>
        <dsp:cNvSpPr/>
      </dsp:nvSpPr>
      <dsp:spPr>
        <a:xfrm>
          <a:off x="520061" y="2574991"/>
          <a:ext cx="953627" cy="953627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61FB2CC-E215-6443-915F-EEE0CC6908D9}">
      <dsp:nvSpPr>
        <dsp:cNvPr id="0" name=""/>
        <dsp:cNvSpPr/>
      </dsp:nvSpPr>
      <dsp:spPr>
        <a:xfrm>
          <a:off x="559485" y="3814905"/>
          <a:ext cx="5008540" cy="762901"/>
        </a:xfrm>
        <a:prstGeom prst="rect">
          <a:avLst/>
        </a:prstGeom>
        <a:solidFill>
          <a:srgbClr val="1A203D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5553" tIns="86360" rIns="86360" bIns="8636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400" kern="1200" noProof="0">
              <a:latin typeface="Times New Roman" panose="02020603050405020304" pitchFamily="18" charset="0"/>
              <a:cs typeface="Times New Roman" panose="02020603050405020304" pitchFamily="18" charset="0"/>
            </a:rPr>
            <a:t>Test: 2005-2019</a:t>
          </a:r>
        </a:p>
      </dsp:txBody>
      <dsp:txXfrm>
        <a:off x="559485" y="3814905"/>
        <a:ext cx="5008540" cy="762901"/>
      </dsp:txXfrm>
    </dsp:sp>
    <dsp:sp modelId="{2125CCE8-EE13-0D43-9C86-3608EC397185}">
      <dsp:nvSpPr>
        <dsp:cNvPr id="0" name=""/>
        <dsp:cNvSpPr/>
      </dsp:nvSpPr>
      <dsp:spPr>
        <a:xfrm>
          <a:off x="82672" y="3719542"/>
          <a:ext cx="953627" cy="953627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7347CD2-E16E-E64F-9695-844C1426A2FB}">
      <dsp:nvSpPr>
        <dsp:cNvPr id="0" name=""/>
        <dsp:cNvSpPr/>
      </dsp:nvSpPr>
      <dsp:spPr>
        <a:xfrm>
          <a:off x="-5606990" y="-858358"/>
          <a:ext cx="6675776" cy="6675776"/>
        </a:xfrm>
        <a:prstGeom prst="blockArc">
          <a:avLst>
            <a:gd name="adj1" fmla="val 18900000"/>
            <a:gd name="adj2" fmla="val 2700000"/>
            <a:gd name="adj3" fmla="val 324"/>
          </a:avLst>
        </a:pr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6CAC0C6-5177-7A48-8E09-3F842403587A}">
      <dsp:nvSpPr>
        <dsp:cNvPr id="0" name=""/>
        <dsp:cNvSpPr/>
      </dsp:nvSpPr>
      <dsp:spPr>
        <a:xfrm>
          <a:off x="559485" y="381252"/>
          <a:ext cx="5008540" cy="762901"/>
        </a:xfrm>
        <a:prstGeom prst="rect">
          <a:avLst/>
        </a:prstGeom>
        <a:solidFill>
          <a:srgbClr val="1A203D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5553" tIns="86360" rIns="86360" bIns="8636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Wingdings" panose="05000000000000000000" pitchFamily="2" charset="2"/>
            <a:buNone/>
          </a:pPr>
          <a:r>
            <a:rPr lang="en-GB" sz="3400" kern="1200" noProof="0">
              <a:latin typeface="Times New Roman" panose="02020603050405020304" pitchFamily="18" charset="0"/>
              <a:cs typeface="Times New Roman" panose="02020603050405020304" pitchFamily="18" charset="0"/>
            </a:rPr>
            <a:t>Robust</a:t>
          </a:r>
        </a:p>
      </dsp:txBody>
      <dsp:txXfrm>
        <a:off x="559485" y="381252"/>
        <a:ext cx="5008540" cy="762901"/>
      </dsp:txXfrm>
    </dsp:sp>
    <dsp:sp modelId="{A71909DC-B966-DE41-A510-DD66B7144BBA}">
      <dsp:nvSpPr>
        <dsp:cNvPr id="0" name=""/>
        <dsp:cNvSpPr/>
      </dsp:nvSpPr>
      <dsp:spPr>
        <a:xfrm>
          <a:off x="82672" y="285889"/>
          <a:ext cx="953627" cy="953627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E3DB0CB-B20C-EB43-880F-E0227E422E0F}">
      <dsp:nvSpPr>
        <dsp:cNvPr id="0" name=""/>
        <dsp:cNvSpPr/>
      </dsp:nvSpPr>
      <dsp:spPr>
        <a:xfrm>
          <a:off x="996874" y="1525803"/>
          <a:ext cx="4571151" cy="762901"/>
        </a:xfrm>
        <a:prstGeom prst="rect">
          <a:avLst/>
        </a:prstGeom>
        <a:solidFill>
          <a:srgbClr val="1A203D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5553" tIns="86360" rIns="86360" bIns="8636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Wingdings" panose="05000000000000000000" pitchFamily="2" charset="2"/>
            <a:buNone/>
          </a:pPr>
          <a:r>
            <a:rPr lang="en-GB" sz="3400" kern="1200" noProof="0">
              <a:latin typeface="Times New Roman" panose="02020603050405020304" pitchFamily="18" charset="0"/>
              <a:cs typeface="Times New Roman" panose="02020603050405020304" pitchFamily="18" charset="0"/>
            </a:rPr>
            <a:t>Simple</a:t>
          </a:r>
        </a:p>
      </dsp:txBody>
      <dsp:txXfrm>
        <a:off x="996874" y="1525803"/>
        <a:ext cx="4571151" cy="762901"/>
      </dsp:txXfrm>
    </dsp:sp>
    <dsp:sp modelId="{69432C1C-49CC-A743-A604-947E843D3C98}">
      <dsp:nvSpPr>
        <dsp:cNvPr id="0" name=""/>
        <dsp:cNvSpPr/>
      </dsp:nvSpPr>
      <dsp:spPr>
        <a:xfrm>
          <a:off x="520061" y="1430440"/>
          <a:ext cx="953627" cy="953627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B8A4741-BAD6-4042-8988-2FE6258DFC08}">
      <dsp:nvSpPr>
        <dsp:cNvPr id="0" name=""/>
        <dsp:cNvSpPr/>
      </dsp:nvSpPr>
      <dsp:spPr>
        <a:xfrm>
          <a:off x="996874" y="2670354"/>
          <a:ext cx="4571151" cy="762901"/>
        </a:xfrm>
        <a:prstGeom prst="rect">
          <a:avLst/>
        </a:prstGeom>
        <a:solidFill>
          <a:srgbClr val="1A203D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5553" tIns="86360" rIns="86360" bIns="8636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Wingdings" panose="05000000000000000000" pitchFamily="2" charset="2"/>
            <a:buNone/>
          </a:pPr>
          <a:r>
            <a:rPr lang="en-GB" sz="3400" kern="1200" noProof="0">
              <a:latin typeface="Times New Roman" panose="02020603050405020304" pitchFamily="18" charset="0"/>
              <a:cs typeface="Times New Roman" panose="02020603050405020304" pitchFamily="18" charset="0"/>
            </a:rPr>
            <a:t>Fast</a:t>
          </a:r>
        </a:p>
      </dsp:txBody>
      <dsp:txXfrm>
        <a:off x="996874" y="2670354"/>
        <a:ext cx="4571151" cy="762901"/>
      </dsp:txXfrm>
    </dsp:sp>
    <dsp:sp modelId="{E8637275-7D2F-4374-82F1-2D542A4F82D6}">
      <dsp:nvSpPr>
        <dsp:cNvPr id="0" name=""/>
        <dsp:cNvSpPr/>
      </dsp:nvSpPr>
      <dsp:spPr>
        <a:xfrm>
          <a:off x="520061" y="2574991"/>
          <a:ext cx="953627" cy="953627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A46121E-2661-4131-A738-06739D4DC8A4}">
      <dsp:nvSpPr>
        <dsp:cNvPr id="0" name=""/>
        <dsp:cNvSpPr/>
      </dsp:nvSpPr>
      <dsp:spPr>
        <a:xfrm>
          <a:off x="559485" y="3814905"/>
          <a:ext cx="5008540" cy="762901"/>
        </a:xfrm>
        <a:prstGeom prst="rect">
          <a:avLst/>
        </a:prstGeom>
        <a:solidFill>
          <a:srgbClr val="1A203D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5553" tIns="86360" rIns="86360" bIns="8636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Wingdings" panose="05000000000000000000" pitchFamily="2" charset="2"/>
            <a:buNone/>
          </a:pPr>
          <a:r>
            <a:rPr lang="en-GB" sz="3400" kern="1200" noProof="0">
              <a:latin typeface="Times New Roman" panose="02020603050405020304" pitchFamily="18" charset="0"/>
              <a:cs typeface="Times New Roman" panose="02020603050405020304" pitchFamily="18" charset="0"/>
            </a:rPr>
            <a:t>Linear interpolation</a:t>
          </a:r>
        </a:p>
      </dsp:txBody>
      <dsp:txXfrm>
        <a:off x="559485" y="3814905"/>
        <a:ext cx="5008540" cy="762901"/>
      </dsp:txXfrm>
    </dsp:sp>
    <dsp:sp modelId="{35696601-C81F-4398-8F54-F4324C5180EA}">
      <dsp:nvSpPr>
        <dsp:cNvPr id="0" name=""/>
        <dsp:cNvSpPr/>
      </dsp:nvSpPr>
      <dsp:spPr>
        <a:xfrm>
          <a:off x="82672" y="3719542"/>
          <a:ext cx="953627" cy="953627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7347CD2-E16E-E64F-9695-844C1426A2FB}">
      <dsp:nvSpPr>
        <dsp:cNvPr id="0" name=""/>
        <dsp:cNvSpPr/>
      </dsp:nvSpPr>
      <dsp:spPr>
        <a:xfrm>
          <a:off x="-5606102" y="-858358"/>
          <a:ext cx="6675776" cy="6675776"/>
        </a:xfrm>
        <a:prstGeom prst="blockArc">
          <a:avLst>
            <a:gd name="adj1" fmla="val 18900000"/>
            <a:gd name="adj2" fmla="val 2700000"/>
            <a:gd name="adj3" fmla="val 324"/>
          </a:avLst>
        </a:pr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6CAC0C6-5177-7A48-8E09-3F842403587A}">
      <dsp:nvSpPr>
        <dsp:cNvPr id="0" name=""/>
        <dsp:cNvSpPr/>
      </dsp:nvSpPr>
      <dsp:spPr>
        <a:xfrm>
          <a:off x="688317" y="495906"/>
          <a:ext cx="4880596" cy="991812"/>
        </a:xfrm>
        <a:prstGeom prst="rect">
          <a:avLst/>
        </a:prstGeom>
        <a:solidFill>
          <a:srgbClr val="1A203D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87251" tIns="86360" rIns="86360" bIns="8636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Wingdings" panose="05000000000000000000" pitchFamily="2" charset="2"/>
            <a:buNone/>
          </a:pPr>
          <a:r>
            <a:rPr lang="en-GB" sz="3400" kern="1200" noProof="0">
              <a:latin typeface="Times New Roman" panose="02020603050405020304" pitchFamily="18" charset="0"/>
              <a:cs typeface="Times New Roman" panose="02020603050405020304" pitchFamily="18" charset="0"/>
            </a:rPr>
            <a:t>Correct likelihood</a:t>
          </a:r>
        </a:p>
      </dsp:txBody>
      <dsp:txXfrm>
        <a:off x="688317" y="495906"/>
        <a:ext cx="4880596" cy="991812"/>
      </dsp:txXfrm>
    </dsp:sp>
    <dsp:sp modelId="{A71909DC-B966-DE41-A510-DD66B7144BBA}">
      <dsp:nvSpPr>
        <dsp:cNvPr id="0" name=""/>
        <dsp:cNvSpPr/>
      </dsp:nvSpPr>
      <dsp:spPr>
        <a:xfrm>
          <a:off x="68435" y="371929"/>
          <a:ext cx="1239765" cy="1239765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E3DB0CB-B20C-EB43-880F-E0227E422E0F}">
      <dsp:nvSpPr>
        <dsp:cNvPr id="0" name=""/>
        <dsp:cNvSpPr/>
      </dsp:nvSpPr>
      <dsp:spPr>
        <a:xfrm>
          <a:off x="1048841" y="1983624"/>
          <a:ext cx="4520072" cy="991812"/>
        </a:xfrm>
        <a:prstGeom prst="rect">
          <a:avLst/>
        </a:prstGeom>
        <a:solidFill>
          <a:srgbClr val="1A203D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87251" tIns="86360" rIns="86360" bIns="8636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Wingdings" panose="05000000000000000000" pitchFamily="2" charset="2"/>
            <a:buNone/>
          </a:pPr>
          <a:r>
            <a:rPr lang="en-GB" sz="3400" kern="1200" noProof="0">
              <a:latin typeface="Times New Roman" panose="02020603050405020304" pitchFamily="18" charset="0"/>
              <a:cs typeface="Times New Roman" panose="02020603050405020304" pitchFamily="18" charset="0"/>
            </a:rPr>
            <a:t>Unstable</a:t>
          </a:r>
        </a:p>
      </dsp:txBody>
      <dsp:txXfrm>
        <a:off x="1048841" y="1983624"/>
        <a:ext cx="4520072" cy="991812"/>
      </dsp:txXfrm>
    </dsp:sp>
    <dsp:sp modelId="{69432C1C-49CC-A743-A604-947E843D3C98}">
      <dsp:nvSpPr>
        <dsp:cNvPr id="0" name=""/>
        <dsp:cNvSpPr/>
      </dsp:nvSpPr>
      <dsp:spPr>
        <a:xfrm>
          <a:off x="428958" y="1859647"/>
          <a:ext cx="1239765" cy="1239765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B8A4741-BAD6-4042-8988-2FE6258DFC08}">
      <dsp:nvSpPr>
        <dsp:cNvPr id="0" name=""/>
        <dsp:cNvSpPr/>
      </dsp:nvSpPr>
      <dsp:spPr>
        <a:xfrm>
          <a:off x="688317" y="3471342"/>
          <a:ext cx="4880596" cy="991812"/>
        </a:xfrm>
        <a:prstGeom prst="rect">
          <a:avLst/>
        </a:prstGeom>
        <a:solidFill>
          <a:srgbClr val="1A203D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87251" tIns="86360" rIns="86360" bIns="8636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Wingdings" panose="05000000000000000000" pitchFamily="2" charset="2"/>
            <a:buNone/>
          </a:pPr>
          <a:r>
            <a:rPr lang="en-GB" sz="3400" kern="1200" noProof="0">
              <a:latin typeface="Times New Roman" panose="02020603050405020304" pitchFamily="18" charset="0"/>
              <a:cs typeface="Times New Roman" panose="02020603050405020304" pitchFamily="18" charset="0"/>
            </a:rPr>
            <a:t>High dimensions</a:t>
          </a:r>
        </a:p>
      </dsp:txBody>
      <dsp:txXfrm>
        <a:off x="688317" y="3471342"/>
        <a:ext cx="4880596" cy="991812"/>
      </dsp:txXfrm>
    </dsp:sp>
    <dsp:sp modelId="{E8637275-7D2F-4374-82F1-2D542A4F82D6}">
      <dsp:nvSpPr>
        <dsp:cNvPr id="0" name=""/>
        <dsp:cNvSpPr/>
      </dsp:nvSpPr>
      <dsp:spPr>
        <a:xfrm>
          <a:off x="68435" y="3347365"/>
          <a:ext cx="1239765" cy="1239765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FF83438-1FE6-4949-B976-5751A6C98973}">
      <dsp:nvSpPr>
        <dsp:cNvPr id="0" name=""/>
        <dsp:cNvSpPr/>
      </dsp:nvSpPr>
      <dsp:spPr>
        <a:xfrm>
          <a:off x="0" y="0"/>
          <a:ext cx="8485498" cy="841571"/>
        </a:xfrm>
        <a:prstGeom prst="roundRect">
          <a:avLst/>
        </a:prstGeom>
        <a:solidFill>
          <a:srgbClr val="C79759"/>
        </a:solidFill>
        <a:ln w="19050" cap="flat" cmpd="sng" algn="ctr">
          <a:solidFill>
            <a:srgbClr val="8E6634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600" kern="1200" noProof="0">
              <a:latin typeface="Times New Roman" panose="02020603050405020304" pitchFamily="18" charset="0"/>
              <a:cs typeface="Times New Roman" panose="02020603050405020304" pitchFamily="18" charset="0"/>
            </a:rPr>
            <a:t>Based on results</a:t>
          </a:r>
        </a:p>
      </dsp:txBody>
      <dsp:txXfrm>
        <a:off x="41082" y="41082"/>
        <a:ext cx="8403334" cy="759407"/>
      </dsp:txXfrm>
    </dsp:sp>
    <dsp:sp modelId="{5FA2A3A9-F209-4A28-AE2F-7730AB9217D0}">
      <dsp:nvSpPr>
        <dsp:cNvPr id="0" name=""/>
        <dsp:cNvSpPr/>
      </dsp:nvSpPr>
      <dsp:spPr>
        <a:xfrm>
          <a:off x="0" y="912004"/>
          <a:ext cx="8485498" cy="19740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9415" tIns="35560" rIns="199136" bIns="35560" numCol="1" spcCol="1270" anchor="t" anchorCtr="0">
          <a:noAutofit/>
        </a:bodyPr>
        <a:lstStyle/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GB" sz="2800" kern="1200" noProof="0">
              <a:solidFill>
                <a:srgbClr val="1A203D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SVD outperforms MLE overall</a:t>
          </a:r>
        </a:p>
        <a:p>
          <a:pPr marL="571500" lvl="2" indent="-285750" algn="l" defTabSz="12446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GB" sz="2800" kern="1200" noProof="0">
              <a:solidFill>
                <a:srgbClr val="1A203D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Handles noise better</a:t>
          </a:r>
        </a:p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GB" sz="2800" kern="1200" noProof="0">
              <a:solidFill>
                <a:srgbClr val="1A203D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MLE likely overfits</a:t>
          </a:r>
        </a:p>
        <a:p>
          <a:pPr marL="571500" lvl="2" indent="-285750" algn="l" defTabSz="12446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GB" sz="2800" kern="1200" noProof="0">
              <a:solidFill>
                <a:srgbClr val="1A203D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No sex or region where MLE clearly wins</a:t>
          </a:r>
        </a:p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endParaRPr lang="en-GB" sz="2800" kern="1200" noProof="0">
            <a:solidFill>
              <a:srgbClr val="1A203D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endParaRPr lang="en-GB" sz="2800" kern="1200" noProof="0">
            <a:solidFill>
              <a:srgbClr val="1A203D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0" y="912004"/>
        <a:ext cx="8485498" cy="1974088"/>
      </dsp:txXfrm>
    </dsp:sp>
    <dsp:sp modelId="{E2125982-5C51-4594-B77C-60F617E8F5B8}">
      <dsp:nvSpPr>
        <dsp:cNvPr id="0" name=""/>
        <dsp:cNvSpPr/>
      </dsp:nvSpPr>
      <dsp:spPr>
        <a:xfrm>
          <a:off x="0" y="2887539"/>
          <a:ext cx="8485498" cy="841571"/>
        </a:xfrm>
        <a:prstGeom prst="roundRect">
          <a:avLst/>
        </a:prstGeom>
        <a:solidFill>
          <a:srgbClr val="C79759"/>
        </a:solidFill>
        <a:ln w="19050" cap="flat" cmpd="sng" algn="ctr">
          <a:solidFill>
            <a:srgbClr val="8E6634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600" kern="1200" noProof="0">
              <a:latin typeface="Times New Roman" panose="02020603050405020304" pitchFamily="18" charset="0"/>
              <a:cs typeface="Times New Roman" panose="02020603050405020304" pitchFamily="18" charset="0"/>
            </a:rPr>
            <a:t>Room for improvement</a:t>
          </a:r>
        </a:p>
      </dsp:txBody>
      <dsp:txXfrm>
        <a:off x="41082" y="2928621"/>
        <a:ext cx="8403334" cy="759407"/>
      </dsp:txXfrm>
    </dsp:sp>
    <dsp:sp modelId="{8E2A4574-3850-467D-8AFD-9428B9B3E46D}">
      <dsp:nvSpPr>
        <dsp:cNvPr id="0" name=""/>
        <dsp:cNvSpPr/>
      </dsp:nvSpPr>
      <dsp:spPr>
        <a:xfrm>
          <a:off x="0" y="3888373"/>
          <a:ext cx="8485498" cy="10588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9415" tIns="35560" rIns="199136" bIns="35560" numCol="1" spcCol="1270" anchor="t" anchorCtr="0">
          <a:noAutofit/>
        </a:bodyPr>
        <a:lstStyle/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GB" sz="2800" kern="1200" noProof="0" dirty="0">
              <a:solidFill>
                <a:srgbClr val="1A203D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rPr>
            <a:t>Model averaging ~ </a:t>
          </a:r>
          <a:r>
            <a:rPr lang="en-GB" sz="2800" kern="1200" noProof="0" dirty="0" err="1">
              <a:solidFill>
                <a:srgbClr val="1A203D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rPr>
            <a:t>Ensembling</a:t>
          </a:r>
          <a:endParaRPr lang="en-GB" sz="2800" kern="1200" noProof="0" dirty="0">
            <a:solidFill>
              <a:srgbClr val="1A203D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GB" sz="2800" kern="1200" noProof="0">
              <a:solidFill>
                <a:srgbClr val="1A203D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Multi-population Lee-Carter model</a:t>
          </a:r>
        </a:p>
      </dsp:txBody>
      <dsp:txXfrm>
        <a:off x="0" y="3888373"/>
        <a:ext cx="8485498" cy="105880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Élőfej helye 1">
            <a:extLst>
              <a:ext uri="{FF2B5EF4-FFF2-40B4-BE49-F238E27FC236}">
                <a16:creationId xmlns:a16="http://schemas.microsoft.com/office/drawing/2014/main" id="{BB7A5AD3-218D-327C-351E-ECCCDC19250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3" name="Dátum helye 2">
            <a:extLst>
              <a:ext uri="{FF2B5EF4-FFF2-40B4-BE49-F238E27FC236}">
                <a16:creationId xmlns:a16="http://schemas.microsoft.com/office/drawing/2014/main" id="{264191A6-D028-F596-E2BA-C676564DDC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D28B62-4E13-4AE7-90F6-643E47364D12}" type="datetimeFigureOut">
              <a:rPr lang="hu-HU" smtClean="0"/>
              <a:t>2025. 12. 09.</a:t>
            </a:fld>
            <a:endParaRPr lang="hu-HU"/>
          </a:p>
        </p:txBody>
      </p:sp>
      <p:sp>
        <p:nvSpPr>
          <p:cNvPr id="4" name="Élőláb helye 3">
            <a:extLst>
              <a:ext uri="{FF2B5EF4-FFF2-40B4-BE49-F238E27FC236}">
                <a16:creationId xmlns:a16="http://schemas.microsoft.com/office/drawing/2014/main" id="{A7B9846D-9DC8-05A7-5509-A7D4E30B645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4B7E16DD-4FC3-E73A-19D2-4DB367ED738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3D4C106-0BA7-4927-BFF9-E01862DD8CB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90898820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Élőfej hely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3" name="Dátum hely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5A2F32-5ED8-4D36-8118-01809CF8DF8E}" type="datetimeFigureOut">
              <a:rPr lang="hu-HU" smtClean="0"/>
              <a:t>2025. 12. 09.</a:t>
            </a:fld>
            <a:endParaRPr lang="hu-HU"/>
          </a:p>
        </p:txBody>
      </p:sp>
      <p:sp>
        <p:nvSpPr>
          <p:cNvPr id="4" name="Diakép hely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hu-HU"/>
          </a:p>
        </p:txBody>
      </p:sp>
      <p:sp>
        <p:nvSpPr>
          <p:cNvPr id="5" name="Jegyzetek hely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2E822C-4D35-41A3-81E2-7DEFE8396D9B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008972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BC260B-2877-4559-9AFC-56C12A6E9433}" type="slidenum">
              <a:rPr lang="hu-HU" smtClean="0"/>
              <a:t>3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4781631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BC260B-2877-4559-9AFC-56C12A6E9433}" type="slidenum">
              <a:rPr lang="hu-HU" smtClean="0"/>
              <a:t>5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5081236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BC260B-2877-4559-9AFC-56C12A6E9433}" type="slidenum">
              <a:rPr lang="hu-HU" smtClean="0"/>
              <a:t>14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08201970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BC260B-2877-4559-9AFC-56C12A6E9433}" type="slidenum">
              <a:rPr lang="hu-HU" smtClean="0"/>
              <a:t>16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7823554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hyperlink" Target="mailto:xy.z@uni-corvinus.hu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5C9E8F3E-20D2-B158-DF5B-99E3B2EB01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D57C1DC2-92C6-A5B0-3B3A-D9DCE2EC34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/>
              <a:t>Kattintson ide az alcím mintájának szerkesztéséhez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B85E871B-D8D9-6642-DEA8-9FE7F813C4B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4E8CF389-E1A9-87DE-20F1-FAF09F3EC2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A03E04A7-7936-B3FD-3E61-BBA17A42C8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D82AF8-DAE6-4D6F-8BAF-2824A2558C02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2923288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75CDCFD7-4A75-EFB6-60A7-5FD6771CB5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C1BF493E-B07E-892A-2AFC-8F2DB37E96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C23E334F-8E79-F72C-3011-4EA850806A7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9F94B63C-059A-7D26-94F8-467E44DFA2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64A33B42-0E6D-3673-2DDD-3D8565192D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D82AF8-DAE6-4D6F-8BAF-2824A2558C02}" type="slidenum">
              <a:rPr lang="hu-HU" smtClean="0"/>
              <a:t>‹#›</a:t>
            </a:fld>
            <a:endParaRPr lang="hu-HU"/>
          </a:p>
        </p:txBody>
      </p:sp>
      <p:pic>
        <p:nvPicPr>
          <p:cNvPr id="7" name="Kép 6">
            <a:extLst>
              <a:ext uri="{FF2B5EF4-FFF2-40B4-BE49-F238E27FC236}">
                <a16:creationId xmlns:a16="http://schemas.microsoft.com/office/drawing/2014/main" id="{5859D0DB-C73D-36F3-CF7B-729604D4A49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420053" y="95125"/>
            <a:ext cx="1609200" cy="5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76337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7FC475AF-47D4-381B-8261-49F5E7C092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6D0B8E3F-1358-BD4A-FDD9-D1F84C604F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4AF8FCB5-CC84-A3DA-2347-A63525F6555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0E95C44B-47EF-13E8-530D-83BA6F0E54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416AEBFE-2F34-FC6E-D111-14D5954637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D82AF8-DAE6-4D6F-8BAF-2824A2558C02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6106627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88DAB41E-2ECF-2A33-AF5B-A77ACFC61C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A8ECD80D-A759-9CC8-B538-9BD75090854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66C438E7-55E9-DB70-24BE-E4C154E49B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CFD4F334-BBCA-0A84-D736-9EF9DDCD178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45285A2D-92C4-88F2-D4F5-DC8BDA8E60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F620CB7D-3C3B-80A1-CFDD-767EB9C0BA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D82AF8-DAE6-4D6F-8BAF-2824A2558C02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2605409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EF146B8-7F4D-B20D-0376-1BB6FA682D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91118535-78D2-B343-A053-59511AB841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28DFE607-AAA5-A435-5B21-137887CCB5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id="{394083FF-3968-4716-6FA8-0EC5D109B6B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Tartalom helye 5">
            <a:extLst>
              <a:ext uri="{FF2B5EF4-FFF2-40B4-BE49-F238E27FC236}">
                <a16:creationId xmlns:a16="http://schemas.microsoft.com/office/drawing/2014/main" id="{5333FE7B-31A1-A28B-F4EA-360015C439C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7" name="Dátum helye 6">
            <a:extLst>
              <a:ext uri="{FF2B5EF4-FFF2-40B4-BE49-F238E27FC236}">
                <a16:creationId xmlns:a16="http://schemas.microsoft.com/office/drawing/2014/main" id="{21784341-276D-65E6-EF38-46188245873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hu-HU"/>
          </a:p>
        </p:txBody>
      </p:sp>
      <p:sp>
        <p:nvSpPr>
          <p:cNvPr id="8" name="Élőláb helye 7">
            <a:extLst>
              <a:ext uri="{FF2B5EF4-FFF2-40B4-BE49-F238E27FC236}">
                <a16:creationId xmlns:a16="http://schemas.microsoft.com/office/drawing/2014/main" id="{55970E73-A5BA-15ED-F7A3-8CC34F3629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hu-HU"/>
          </a:p>
        </p:txBody>
      </p:sp>
      <p:sp>
        <p:nvSpPr>
          <p:cNvPr id="9" name="Dia számának helye 8">
            <a:extLst>
              <a:ext uri="{FF2B5EF4-FFF2-40B4-BE49-F238E27FC236}">
                <a16:creationId xmlns:a16="http://schemas.microsoft.com/office/drawing/2014/main" id="{8B00908B-98CC-86F9-61DA-E7CD011318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D82AF8-DAE6-4D6F-8BAF-2824A2558C02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955910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53AB25D4-8680-79D5-B79E-3903444C45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Dátum helye 2">
            <a:extLst>
              <a:ext uri="{FF2B5EF4-FFF2-40B4-BE49-F238E27FC236}">
                <a16:creationId xmlns:a16="http://schemas.microsoft.com/office/drawing/2014/main" id="{C91E7B49-4B3D-737E-DD21-EC92FD2327D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hu-HU"/>
          </a:p>
        </p:txBody>
      </p:sp>
      <p:sp>
        <p:nvSpPr>
          <p:cNvPr id="4" name="Élőláb helye 3">
            <a:extLst>
              <a:ext uri="{FF2B5EF4-FFF2-40B4-BE49-F238E27FC236}">
                <a16:creationId xmlns:a16="http://schemas.microsoft.com/office/drawing/2014/main" id="{8EAAD6D1-45B2-B496-F99E-8C9B69F5AA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hu-HU"/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05208F15-E9F5-E3F9-1DC9-829375B072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D82AF8-DAE6-4D6F-8BAF-2824A2558C02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6567941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átum helye 1">
            <a:extLst>
              <a:ext uri="{FF2B5EF4-FFF2-40B4-BE49-F238E27FC236}">
                <a16:creationId xmlns:a16="http://schemas.microsoft.com/office/drawing/2014/main" id="{DB529C8E-3F0A-F2FC-9763-7B7BFE3A628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hu-HU"/>
          </a:p>
        </p:txBody>
      </p:sp>
      <p:sp>
        <p:nvSpPr>
          <p:cNvPr id="3" name="Élőláb helye 2">
            <a:extLst>
              <a:ext uri="{FF2B5EF4-FFF2-40B4-BE49-F238E27FC236}">
                <a16:creationId xmlns:a16="http://schemas.microsoft.com/office/drawing/2014/main" id="{6C7CA6A6-4F18-CDBE-8A63-B3B4451CE0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hu-HU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62C79597-B3A2-7F02-CD82-37D2CDEBA5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D82AF8-DAE6-4D6F-8BAF-2824A2558C02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3293234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5143788-ACA9-D340-948B-A085EB53D5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76E620AA-39FA-59FC-C5AC-3F500D02BF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3A6A1AEE-4F54-498A-BF3E-43D63FC449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551B6F8A-3EE8-1F94-1861-F0BB8F299F7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6DFB3E7A-0FFA-BC16-0C75-E26D9A570F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0DD4959E-63A5-1352-4E85-FE1F964140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D82AF8-DAE6-4D6F-8BAF-2824A2558C02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3700279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C804831F-9DE4-D4B5-BEAE-3CE2E55628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Kép helye 2">
            <a:extLst>
              <a:ext uri="{FF2B5EF4-FFF2-40B4-BE49-F238E27FC236}">
                <a16:creationId xmlns:a16="http://schemas.microsoft.com/office/drawing/2014/main" id="{84AAED98-9F16-ABDC-0679-B25F4982DDA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u-HU"/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5E0852A8-36F0-A352-7218-8180A6891A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04F037B4-405B-A44F-EE08-E3A6A70419D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0C13E4BB-571D-C211-B54F-F760A754B7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ED5569FE-F39A-9E96-2659-C5502E23D9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D82AF8-DAE6-4D6F-8BAF-2824A2558C02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6218016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87C2B692-E357-9CC5-9C22-14EE4CA15C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845581B3-BE98-8DC6-AD8E-148FED1D64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78260B47-65EA-E344-C0DF-FE0622A4506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A4DE414D-D6D2-BD15-22EC-D47117DB76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C705D932-E305-9296-A4FB-9B9086C3EF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D82AF8-DAE6-4D6F-8BAF-2824A2558C02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5247036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üggőleges cím 1">
            <a:extLst>
              <a:ext uri="{FF2B5EF4-FFF2-40B4-BE49-F238E27FC236}">
                <a16:creationId xmlns:a16="http://schemas.microsoft.com/office/drawing/2014/main" id="{4D5B0833-D611-2CEB-B95F-16DE9D68D86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C1E139EA-AAD0-B944-456D-E19F311987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7809C6F0-5179-84FA-6671-DDF301651BE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D8F442C3-FCBF-D35A-12F2-B0153E46CC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7D0AEC55-0AFE-FA2F-1DC5-407D97DC01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D82AF8-DAE6-4D6F-8BAF-2824A2558C02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9815374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31621B22-D365-495C-88F1-1B023545CF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81075" y="1600201"/>
            <a:ext cx="9144000" cy="1828800"/>
          </a:xfrm>
        </p:spPr>
        <p:txBody>
          <a:bodyPr anchor="t" anchorCtr="0">
            <a:normAutofit/>
          </a:bodyPr>
          <a:lstStyle>
            <a:lvl1pPr algn="l">
              <a:defRPr sz="4400" b="1">
                <a:solidFill>
                  <a:schemeClr val="accent1"/>
                </a:solidFill>
                <a:latin typeface="Georgia" panose="02040502050405020303" pitchFamily="18" charset="0"/>
                <a:cs typeface="Times New Roman" panose="02020603050405020304" pitchFamily="18" charset="0"/>
              </a:defRPr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8CC58CEF-E392-45B5-BDE8-D20516C7564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81075" y="3602038"/>
            <a:ext cx="7389841" cy="1655762"/>
          </a:xfrm>
        </p:spPr>
        <p:txBody>
          <a:bodyPr>
            <a:normAutofit/>
          </a:bodyPr>
          <a:lstStyle>
            <a:lvl1pPr marL="0" indent="0" algn="l">
              <a:buNone/>
              <a:defRPr sz="4000" i="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/>
              <a:t>Kattintson ide az alcím mintájának szerkesztéséhez</a:t>
            </a:r>
            <a:endParaRPr lang="en-US"/>
          </a:p>
        </p:txBody>
      </p:sp>
      <p:pic>
        <p:nvPicPr>
          <p:cNvPr id="7" name="Picture 4">
            <a:extLst>
              <a:ext uri="{FF2B5EF4-FFF2-40B4-BE49-F238E27FC236}">
                <a16:creationId xmlns:a16="http://schemas.microsoft.com/office/drawing/2014/main" id="{0168CCA1-A3E8-48EC-AA71-6C3EC07B53C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18900000">
            <a:off x="8612223" y="3585940"/>
            <a:ext cx="2544996" cy="2544996"/>
          </a:xfrm>
          <a:prstGeom prst="rect">
            <a:avLst/>
          </a:prstGeom>
        </p:spPr>
      </p:pic>
      <p:sp>
        <p:nvSpPr>
          <p:cNvPr id="13" name="Szöveg helye 12">
            <a:extLst>
              <a:ext uri="{FF2B5EF4-FFF2-40B4-BE49-F238E27FC236}">
                <a16:creationId xmlns:a16="http://schemas.microsoft.com/office/drawing/2014/main" id="{E7C88084-184B-4E45-86E3-B471C8510B1E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981074" y="5400212"/>
            <a:ext cx="7389841" cy="386308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noProof="0"/>
              <a:t>Author</a:t>
            </a:r>
            <a:r>
              <a:rPr lang="hu-HU"/>
              <a:t>: </a:t>
            </a:r>
          </a:p>
        </p:txBody>
      </p:sp>
      <p:pic>
        <p:nvPicPr>
          <p:cNvPr id="9" name="Kép 8">
            <a:extLst>
              <a:ext uri="{FF2B5EF4-FFF2-40B4-BE49-F238E27FC236}">
                <a16:creationId xmlns:a16="http://schemas.microsoft.com/office/drawing/2014/main" id="{AEFD3DBF-40CF-4739-B3A5-EDB6B02D5CB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71965" y="584200"/>
            <a:ext cx="1609200" cy="540000"/>
          </a:xfrm>
          <a:prstGeom prst="rect">
            <a:avLst/>
          </a:prstGeom>
        </p:spPr>
      </p:pic>
      <p:sp>
        <p:nvSpPr>
          <p:cNvPr id="5" name="Dia számának helye 6">
            <a:extLst>
              <a:ext uri="{FF2B5EF4-FFF2-40B4-BE49-F238E27FC236}">
                <a16:creationId xmlns:a16="http://schemas.microsoft.com/office/drawing/2014/main" id="{DF23CC2C-8F9A-FB13-5E69-4ACEA9504EFB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9085029" y="6459437"/>
            <a:ext cx="2743200" cy="365125"/>
          </a:xfrm>
        </p:spPr>
        <p:txBody>
          <a:bodyPr/>
          <a:lstStyle/>
          <a:p>
            <a:fld id="{40D82AF8-DAE6-4D6F-8BAF-2824A2558C02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94193801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3B5C9ED1-93FB-4E78-BFEE-EA8A879C0E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7999" y="216000"/>
            <a:ext cx="10440000" cy="1008000"/>
          </a:xfrm>
          <a:prstGeom prst="rect">
            <a:avLst/>
          </a:prstGeom>
        </p:spPr>
        <p:txBody>
          <a:bodyPr lIns="0" tIns="0" rIns="0" bIns="0" anchor="t" anchorCtr="0">
            <a:normAutofit/>
          </a:bodyPr>
          <a:lstStyle>
            <a:lvl1pPr algn="l">
              <a:lnSpc>
                <a:spcPct val="100000"/>
              </a:lnSpc>
              <a:defRPr sz="2800" b="1">
                <a:solidFill>
                  <a:srgbClr val="1B213E"/>
                </a:solidFill>
                <a:latin typeface="Georgia" panose="02040502050405020303" pitchFamily="18" charset="0"/>
              </a:defRPr>
            </a:lvl1pPr>
          </a:lstStyle>
          <a:p>
            <a:r>
              <a:rPr lang="en-US" noProof="0"/>
              <a:t>Click to edit Master title style</a:t>
            </a:r>
            <a:endParaRPr lang="hu-HU"/>
          </a:p>
        </p:txBody>
      </p:sp>
      <p:sp>
        <p:nvSpPr>
          <p:cNvPr id="6" name="Tartalom helye 2">
            <a:extLst>
              <a:ext uri="{FF2B5EF4-FFF2-40B4-BE49-F238E27FC236}">
                <a16:creationId xmlns:a16="http://schemas.microsoft.com/office/drawing/2014/main" id="{3A47545A-9C82-48FE-888A-F1646D07DEB2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72281" y="1438275"/>
            <a:ext cx="11354661" cy="4933949"/>
          </a:xfrm>
          <a:prstGeom prst="rect">
            <a:avLst/>
          </a:prstGeom>
        </p:spPr>
        <p:txBody>
          <a:bodyPr/>
          <a:lstStyle>
            <a:lvl1pPr marL="0" indent="0">
              <a:buClr>
                <a:schemeClr val="tx2"/>
              </a:buClr>
              <a:buFontTx/>
              <a:buNone/>
              <a:defRPr sz="1800"/>
            </a:lvl1pPr>
            <a:lvl2pPr marL="457200" indent="0">
              <a:buClr>
                <a:schemeClr val="tx2"/>
              </a:buClr>
              <a:buFontTx/>
              <a:buNone/>
              <a:defRPr/>
            </a:lvl2pPr>
            <a:lvl3pPr marL="914400" indent="0">
              <a:buClr>
                <a:schemeClr val="tx2"/>
              </a:buClr>
              <a:buFontTx/>
              <a:buNone/>
              <a:defRPr/>
            </a:lvl3pPr>
            <a:lvl4pPr marL="1371600" indent="0">
              <a:buClr>
                <a:schemeClr val="tx2"/>
              </a:buClr>
              <a:buFontTx/>
              <a:buNone/>
              <a:defRPr/>
            </a:lvl4pPr>
            <a:lvl5pPr marL="1828800" indent="0">
              <a:buClr>
                <a:schemeClr val="tx2"/>
              </a:buClr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2" name="Kép 1">
            <a:extLst>
              <a:ext uri="{FF2B5EF4-FFF2-40B4-BE49-F238E27FC236}">
                <a16:creationId xmlns:a16="http://schemas.microsoft.com/office/drawing/2014/main" id="{476C8463-3E64-2BD7-3CE5-990F28862F2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456629" y="180000"/>
            <a:ext cx="1609200" cy="540000"/>
          </a:xfrm>
          <a:prstGeom prst="rect">
            <a:avLst/>
          </a:prstGeom>
        </p:spPr>
      </p:pic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27FF9BF8-6D20-0F2A-5025-DFEF4970D953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9085029" y="6459437"/>
            <a:ext cx="2743200" cy="365125"/>
          </a:xfrm>
        </p:spPr>
        <p:txBody>
          <a:bodyPr/>
          <a:lstStyle/>
          <a:p>
            <a:fld id="{40D82AF8-DAE6-4D6F-8BAF-2824A2558C02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65037474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Köszönöm a figyelmet!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Ábra 1">
            <a:extLst>
              <a:ext uri="{FF2B5EF4-FFF2-40B4-BE49-F238E27FC236}">
                <a16:creationId xmlns:a16="http://schemas.microsoft.com/office/drawing/2014/main" id="{58CF40DE-3488-4F28-8E08-884CD08AACC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1514" y="1114422"/>
            <a:ext cx="5694362" cy="8134803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E1A7147B-719B-4B06-ABCB-908B8A704C37}"/>
              </a:ext>
            </a:extLst>
          </p:cNvPr>
          <p:cNvSpPr txBox="1">
            <a:spLocks/>
          </p:cNvSpPr>
          <p:nvPr userDrawn="1"/>
        </p:nvSpPr>
        <p:spPr>
          <a:xfrm>
            <a:off x="6365876" y="2141693"/>
            <a:ext cx="5841204" cy="761982"/>
          </a:xfrm>
          <a:prstGeom prst="rect">
            <a:avLst/>
          </a:prstGeom>
        </p:spPr>
        <p:txBody>
          <a:bodyPr lIns="0" tIns="0" rIns="0" bIns="0" anchor="t" anchorCtr="0"/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6400" b="1" kern="6600" baseline="0">
                <a:solidFill>
                  <a:srgbClr val="1B213E"/>
                </a:solidFill>
                <a:latin typeface="Georgia" panose="02040502050405020303" pitchFamily="18" charset="0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hu-HU" sz="4400"/>
              <a:t>Köszönjük a figyelmet!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FCFD0DF1-4EF7-40CF-BC06-82D22A305763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6365876" y="5910442"/>
            <a:ext cx="5257799" cy="418230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hu-HU">
                <a:latin typeface="Muli" pitchFamily="2" charset="77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xy.z@uni-corvinus.hu</a:t>
            </a:r>
            <a:endParaRPr lang="hu-HU">
              <a:latin typeface="Muli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6245887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helye 1">
            <a:extLst>
              <a:ext uri="{FF2B5EF4-FFF2-40B4-BE49-F238E27FC236}">
                <a16:creationId xmlns:a16="http://schemas.microsoft.com/office/drawing/2014/main" id="{046F8BBF-04BA-968C-B72F-3CDDE0D296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4DA18E1B-14E5-38A8-DB77-B9D0AA4875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A043BB2C-C4B3-48D5-94D1-26E688C9BC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0D82AF8-DAE6-4D6F-8BAF-2824A2558C02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0687598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rgbClr val="1A203D"/>
          </a:solidFill>
          <a:latin typeface="Times New Roman" panose="02020603050405020304" pitchFamily="18" charset="0"/>
          <a:ea typeface="+mj-ea"/>
          <a:cs typeface="Times New Roman" panose="02020603050405020304" pitchFamily="18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1A203D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1A203D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1A203D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1A203D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1A203D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7" Type="http://schemas.openxmlformats.org/officeDocument/2006/relationships/image" Target="../media/image6.png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13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7" Type="http://schemas.openxmlformats.org/officeDocument/2006/relationships/image" Target="../media/image6.png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13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8" Type="http://schemas.microsoft.com/office/2007/relationships/diagramDrawing" Target="../diagrams/drawing5.xml"/><Relationship Id="rId3" Type="http://schemas.openxmlformats.org/officeDocument/2006/relationships/image" Target="../media/image6.png"/><Relationship Id="rId7" Type="http://schemas.openxmlformats.org/officeDocument/2006/relationships/diagramColors" Target="../diagrams/colors5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Relationship Id="rId6" Type="http://schemas.openxmlformats.org/officeDocument/2006/relationships/diagramQuickStyle" Target="../diagrams/quickStyle5.xml"/><Relationship Id="rId5" Type="http://schemas.openxmlformats.org/officeDocument/2006/relationships/diagramLayout" Target="../diagrams/layout5.xml"/><Relationship Id="rId4" Type="http://schemas.openxmlformats.org/officeDocument/2006/relationships/diagramData" Target="../diagrams/data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mailto:bendeguz.birkamyer@stud.uni-corvinus.hu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Relationship Id="rId4" Type="http://schemas.openxmlformats.org/officeDocument/2006/relationships/hyperlink" Target="mailto:tuboly.roland@stud.uni-corvinus.hu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Cím 1">
            <a:extLst>
              <a:ext uri="{FF2B5EF4-FFF2-40B4-BE49-F238E27FC236}">
                <a16:creationId xmlns:a16="http://schemas.microsoft.com/office/drawing/2014/main" id="{F797CBB4-F4D7-0241-EF8D-CB065250A068}"/>
              </a:ext>
            </a:extLst>
          </p:cNvPr>
          <p:cNvSpPr txBox="1">
            <a:spLocks/>
          </p:cNvSpPr>
          <p:nvPr/>
        </p:nvSpPr>
        <p:spPr>
          <a:xfrm>
            <a:off x="676894" y="1711235"/>
            <a:ext cx="10604664" cy="2472275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1A203D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pPr algn="ctr"/>
            <a:br>
              <a:rPr lang="en-GB" b="1" dirty="0"/>
            </a:br>
            <a:br>
              <a:rPr lang="en-GB" b="1" dirty="0"/>
            </a:br>
            <a:r>
              <a:rPr lang="en-GB" b="1" dirty="0">
                <a:solidFill>
                  <a:srgbClr val="8E6634"/>
                </a:solidFill>
                <a:latin typeface="Times New Roman"/>
                <a:cs typeface="Times New Roman"/>
              </a:rPr>
              <a:t>Comparing SVD and Poisson MLE ???-????? models</a:t>
            </a:r>
          </a:p>
        </p:txBody>
      </p:sp>
      <p:sp>
        <p:nvSpPr>
          <p:cNvPr id="16" name="Cím 1">
            <a:extLst>
              <a:ext uri="{FF2B5EF4-FFF2-40B4-BE49-F238E27FC236}">
                <a16:creationId xmlns:a16="http://schemas.microsoft.com/office/drawing/2014/main" id="{57086D0E-C2EF-F505-CD89-80F8F71B7B37}"/>
              </a:ext>
            </a:extLst>
          </p:cNvPr>
          <p:cNvSpPr txBox="1">
            <a:spLocks/>
          </p:cNvSpPr>
          <p:nvPr/>
        </p:nvSpPr>
        <p:spPr>
          <a:xfrm>
            <a:off x="676894" y="1834144"/>
            <a:ext cx="10604664" cy="2472275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accent1"/>
                </a:solidFill>
                <a:latin typeface="Georgia" panose="02040502050405020303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pPr algn="ctr"/>
            <a:r>
              <a:rPr lang="en-GB" sz="4800" noProof="0" dirty="0">
                <a:solidFill>
                  <a:srgbClr val="1A203D"/>
                </a:solidFill>
                <a:latin typeface="Times New Roman" panose="02020603050405020304" pitchFamily="18" charset="0"/>
              </a:rPr>
              <a:t>Mortality Forecasting Across Countries</a:t>
            </a:r>
            <a:endParaRPr lang="en-GB" sz="4000" noProof="0" dirty="0">
              <a:solidFill>
                <a:srgbClr val="8E6634"/>
              </a:solidFill>
              <a:latin typeface="Times New Roman" panose="02020603050405020304" pitchFamily="18" charset="0"/>
            </a:endParaRPr>
          </a:p>
        </p:txBody>
      </p:sp>
      <p:sp>
        <p:nvSpPr>
          <p:cNvPr id="20" name="Szövegdoboz 3">
            <a:extLst>
              <a:ext uri="{FF2B5EF4-FFF2-40B4-BE49-F238E27FC236}">
                <a16:creationId xmlns:a16="http://schemas.microsoft.com/office/drawing/2014/main" id="{1202C5F5-63D3-4961-E7D1-845DBE9D3E2B}"/>
              </a:ext>
            </a:extLst>
          </p:cNvPr>
          <p:cNvSpPr txBox="1"/>
          <p:nvPr/>
        </p:nvSpPr>
        <p:spPr>
          <a:xfrm>
            <a:off x="3156438" y="4995713"/>
            <a:ext cx="5879123" cy="1107996"/>
          </a:xfrm>
          <a:prstGeom prst="rect">
            <a:avLst/>
          </a:prstGeom>
        </p:spPr>
        <p:txBody>
          <a:bodyPr wrap="square" lIns="0" tIns="0" rIns="0" bIns="0" rtlCol="0" anchor="b" anchorCtr="0">
            <a:spAutoFit/>
          </a:bodyPr>
          <a:lstStyle/>
          <a:p>
            <a:pPr algn="ctr"/>
            <a:r>
              <a:rPr lang="en-GB" sz="2400" noProof="0" dirty="0">
                <a:solidFill>
                  <a:srgbClr val="1A203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Bendegúz Birkmayer, Bojta Rácz,</a:t>
            </a:r>
          </a:p>
          <a:p>
            <a:pPr algn="ctr"/>
            <a:r>
              <a:rPr lang="en-GB" sz="2400" noProof="0" dirty="0">
                <a:solidFill>
                  <a:srgbClr val="1A203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Kristóf Légrádi, Roland Tuboly</a:t>
            </a:r>
          </a:p>
          <a:p>
            <a:pPr algn="ctr"/>
            <a:r>
              <a:rPr lang="en-GB" sz="2400" noProof="0" dirty="0">
                <a:solidFill>
                  <a:srgbClr val="1A203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2025.12.10</a:t>
            </a:r>
          </a:p>
        </p:txBody>
      </p:sp>
    </p:spTree>
    <p:extLst>
      <p:ext uri="{BB962C8B-B14F-4D97-AF65-F5344CB8AC3E}">
        <p14:creationId xmlns:p14="http://schemas.microsoft.com/office/powerpoint/2010/main" val="33273057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414C7E-E884-E301-8CC1-65C4265148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églalap 4">
            <a:extLst>
              <a:ext uri="{FF2B5EF4-FFF2-40B4-BE49-F238E27FC236}">
                <a16:creationId xmlns:a16="http://schemas.microsoft.com/office/drawing/2014/main" id="{FB94E3CD-C6C3-4E52-3B70-D5ED3C58DD8D}"/>
              </a:ext>
            </a:extLst>
          </p:cNvPr>
          <p:cNvSpPr/>
          <p:nvPr/>
        </p:nvSpPr>
        <p:spPr>
          <a:xfrm>
            <a:off x="8290676" y="2411760"/>
            <a:ext cx="3474720" cy="336436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50740166-3CD7-F71E-D967-68EBCC96D0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6894" y="1711235"/>
            <a:ext cx="10604664" cy="2472275"/>
          </a:xfrm>
        </p:spPr>
        <p:txBody>
          <a:bodyPr>
            <a:normAutofit/>
          </a:bodyPr>
          <a:lstStyle/>
          <a:p>
            <a:pPr algn="ctr"/>
            <a:br>
              <a:rPr lang="en-GB" sz="40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GB" sz="40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4000" noProof="0" dirty="0">
                <a:solidFill>
                  <a:srgbClr val="8E6634"/>
                </a:solidFill>
                <a:latin typeface="Times New Roman"/>
                <a:cs typeface="Times New Roman"/>
              </a:rPr>
              <a:t>Comparing SVD and Poisson MLE Lee-Carter models</a:t>
            </a:r>
          </a:p>
        </p:txBody>
      </p:sp>
      <p:sp>
        <p:nvSpPr>
          <p:cNvPr id="3" name="Cím 1">
            <a:extLst>
              <a:ext uri="{FF2B5EF4-FFF2-40B4-BE49-F238E27FC236}">
                <a16:creationId xmlns:a16="http://schemas.microsoft.com/office/drawing/2014/main" id="{8FBEB442-7064-0B03-F6BB-F5B3F8666F2E}"/>
              </a:ext>
            </a:extLst>
          </p:cNvPr>
          <p:cNvSpPr txBox="1">
            <a:spLocks/>
          </p:cNvSpPr>
          <p:nvPr/>
        </p:nvSpPr>
        <p:spPr>
          <a:xfrm>
            <a:off x="676894" y="1957054"/>
            <a:ext cx="10604664" cy="2472275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accent1"/>
                </a:solidFill>
                <a:latin typeface="Georgia" panose="02040502050405020303" pitchFamily="18" charset="0"/>
                <a:ea typeface="+mj-ea"/>
                <a:cs typeface="+mj-cs"/>
              </a:defRPr>
            </a:lvl1pPr>
          </a:lstStyle>
          <a:p>
            <a:pPr algn="ctr">
              <a:spcAft>
                <a:spcPts val="900"/>
              </a:spcAft>
            </a:pPr>
            <a:endParaRPr lang="en-GB" sz="3200" noProof="0">
              <a:solidFill>
                <a:schemeClr val="bg2">
                  <a:lumMod val="50000"/>
                </a:schemeClr>
              </a:solidFill>
              <a:latin typeface="Georgia"/>
            </a:endParaRPr>
          </a:p>
        </p:txBody>
      </p:sp>
      <p:sp>
        <p:nvSpPr>
          <p:cNvPr id="7" name="Cím 1">
            <a:extLst>
              <a:ext uri="{FF2B5EF4-FFF2-40B4-BE49-F238E27FC236}">
                <a16:creationId xmlns:a16="http://schemas.microsoft.com/office/drawing/2014/main" id="{0449ACB7-D979-63AB-4E50-33B5D42D9746}"/>
              </a:ext>
            </a:extLst>
          </p:cNvPr>
          <p:cNvSpPr txBox="1">
            <a:spLocks/>
          </p:cNvSpPr>
          <p:nvPr/>
        </p:nvSpPr>
        <p:spPr>
          <a:xfrm>
            <a:off x="676894" y="1834144"/>
            <a:ext cx="10604664" cy="2472275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accent1"/>
                </a:solidFill>
                <a:latin typeface="Georgia" panose="02040502050405020303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pPr algn="ctr"/>
            <a:r>
              <a:rPr lang="en-GB" sz="4800" noProof="0" dirty="0">
                <a:solidFill>
                  <a:srgbClr val="1A203D"/>
                </a:solidFill>
                <a:latin typeface="Times New Roman" panose="02020603050405020304" pitchFamily="18" charset="0"/>
              </a:rPr>
              <a:t>Mortality Forecasting Across Countries</a:t>
            </a:r>
            <a:endParaRPr lang="en-GB" sz="4000" noProof="0" dirty="0">
              <a:solidFill>
                <a:srgbClr val="8E6634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8" name="Kép 7">
            <a:extLst>
              <a:ext uri="{FF2B5EF4-FFF2-40B4-BE49-F238E27FC236}">
                <a16:creationId xmlns:a16="http://schemas.microsoft.com/office/drawing/2014/main" id="{0C6EFFA9-B20D-37FB-5327-837A6E1ED1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6291" y="3307551"/>
            <a:ext cx="3258815" cy="3364363"/>
          </a:xfrm>
          <a:prstGeom prst="rect">
            <a:avLst/>
          </a:prstGeom>
        </p:spPr>
      </p:pic>
      <p:sp>
        <p:nvSpPr>
          <p:cNvPr id="9" name="Dia számának helye 8">
            <a:extLst>
              <a:ext uri="{FF2B5EF4-FFF2-40B4-BE49-F238E27FC236}">
                <a16:creationId xmlns:a16="http://schemas.microsoft.com/office/drawing/2014/main" id="{A14FDEF1-4493-DFAE-B837-3F5CFA921D07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40D82AF8-DAE6-4D6F-8BAF-2824A2558C02}" type="slidenum">
              <a:rPr lang="en-GB" noProof="0" smtClean="0"/>
              <a:t>2</a:t>
            </a:fld>
            <a:endParaRPr lang="en-GB" noProof="0"/>
          </a:p>
        </p:txBody>
      </p:sp>
      <p:sp>
        <p:nvSpPr>
          <p:cNvPr id="10" name="Szövegdoboz 3">
            <a:extLst>
              <a:ext uri="{FF2B5EF4-FFF2-40B4-BE49-F238E27FC236}">
                <a16:creationId xmlns:a16="http://schemas.microsoft.com/office/drawing/2014/main" id="{7792B083-10AE-F1ED-4CF7-6EE01D14E1A9}"/>
              </a:ext>
            </a:extLst>
          </p:cNvPr>
          <p:cNvSpPr txBox="1"/>
          <p:nvPr/>
        </p:nvSpPr>
        <p:spPr>
          <a:xfrm>
            <a:off x="3156438" y="4995713"/>
            <a:ext cx="5879123" cy="1107996"/>
          </a:xfrm>
          <a:prstGeom prst="rect">
            <a:avLst/>
          </a:prstGeom>
        </p:spPr>
        <p:txBody>
          <a:bodyPr wrap="square" lIns="0" tIns="0" rIns="0" bIns="0" rtlCol="0" anchor="b" anchorCtr="0">
            <a:spAutoFit/>
          </a:bodyPr>
          <a:lstStyle/>
          <a:p>
            <a:pPr algn="ctr"/>
            <a:r>
              <a:rPr lang="en-GB" sz="2400" noProof="0" dirty="0">
                <a:solidFill>
                  <a:srgbClr val="1A203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Bendegúz Birkmayer, Bojta Rácz,</a:t>
            </a:r>
          </a:p>
          <a:p>
            <a:pPr algn="ctr"/>
            <a:r>
              <a:rPr lang="en-GB" sz="2400" noProof="0" dirty="0">
                <a:solidFill>
                  <a:srgbClr val="1A203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Kristóf Légrádi, Roland Tuboly</a:t>
            </a:r>
          </a:p>
          <a:p>
            <a:pPr algn="ctr"/>
            <a:r>
              <a:rPr lang="en-GB" sz="2400" noProof="0" dirty="0">
                <a:solidFill>
                  <a:srgbClr val="1A203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2025.12.10</a:t>
            </a:r>
          </a:p>
        </p:txBody>
      </p:sp>
    </p:spTree>
    <p:extLst>
      <p:ext uri="{BB962C8B-B14F-4D97-AF65-F5344CB8AC3E}">
        <p14:creationId xmlns:p14="http://schemas.microsoft.com/office/powerpoint/2010/main" val="37743199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2306EFEB-50BD-8336-310A-FAE674914C9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8354308"/>
              </p:ext>
            </p:extLst>
          </p:nvPr>
        </p:nvGraphicFramePr>
        <p:xfrm>
          <a:off x="525371" y="1476959"/>
          <a:ext cx="6280959" cy="448287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6" name="Nyíl: jobbra mutató 5">
            <a:extLst>
              <a:ext uri="{FF2B5EF4-FFF2-40B4-BE49-F238E27FC236}">
                <a16:creationId xmlns:a16="http://schemas.microsoft.com/office/drawing/2014/main" id="{5A0AE5C4-654E-C49A-217F-34FBDE0C0090}"/>
              </a:ext>
            </a:extLst>
          </p:cNvPr>
          <p:cNvSpPr/>
          <p:nvPr/>
        </p:nvSpPr>
        <p:spPr>
          <a:xfrm rot="1510864">
            <a:off x="6558538" y="2960992"/>
            <a:ext cx="1121133" cy="572136"/>
          </a:xfrm>
          <a:prstGeom prst="rightArrow">
            <a:avLst/>
          </a:prstGeom>
          <a:solidFill>
            <a:srgbClr val="C79759"/>
          </a:solidFill>
          <a:ln>
            <a:solidFill>
              <a:srgbClr val="8E663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grpSp>
        <p:nvGrpSpPr>
          <p:cNvPr id="8" name="Csoportba foglalás 7">
            <a:extLst>
              <a:ext uri="{FF2B5EF4-FFF2-40B4-BE49-F238E27FC236}">
                <a16:creationId xmlns:a16="http://schemas.microsoft.com/office/drawing/2014/main" id="{5E744E94-E49E-7E0E-AA2F-86B76F9E306F}"/>
              </a:ext>
            </a:extLst>
          </p:cNvPr>
          <p:cNvGrpSpPr/>
          <p:nvPr/>
        </p:nvGrpSpPr>
        <p:grpSpPr>
          <a:xfrm>
            <a:off x="8047590" y="3640896"/>
            <a:ext cx="3946614" cy="859949"/>
            <a:chOff x="-1949" y="41163"/>
            <a:chExt cx="4584244" cy="859949"/>
          </a:xfrm>
        </p:grpSpPr>
        <p:sp>
          <p:nvSpPr>
            <p:cNvPr id="9" name="Téglalap: lekerekített 8">
              <a:extLst>
                <a:ext uri="{FF2B5EF4-FFF2-40B4-BE49-F238E27FC236}">
                  <a16:creationId xmlns:a16="http://schemas.microsoft.com/office/drawing/2014/main" id="{6AF0C636-EA91-733F-343B-224206B0E6F1}"/>
                </a:ext>
              </a:extLst>
            </p:cNvPr>
            <p:cNvSpPr/>
            <p:nvPr/>
          </p:nvSpPr>
          <p:spPr>
            <a:xfrm>
              <a:off x="1" y="41163"/>
              <a:ext cx="4582294" cy="859949"/>
            </a:xfrm>
            <a:prstGeom prst="roundRect">
              <a:avLst/>
            </a:prstGeom>
            <a:solidFill>
              <a:srgbClr val="C79759"/>
            </a:solidFill>
            <a:ln>
              <a:solidFill>
                <a:srgbClr val="8E6634"/>
              </a:solidFill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GB" noProof="0"/>
            </a:p>
          </p:txBody>
        </p:sp>
        <p:sp>
          <p:nvSpPr>
            <p:cNvPr id="10" name="Téglalap: lekerekített 4">
              <a:extLst>
                <a:ext uri="{FF2B5EF4-FFF2-40B4-BE49-F238E27FC236}">
                  <a16:creationId xmlns:a16="http://schemas.microsoft.com/office/drawing/2014/main" id="{F63449CC-9EAD-5F3C-D6EC-F771B4AD5E1E}"/>
                </a:ext>
              </a:extLst>
            </p:cNvPr>
            <p:cNvSpPr txBox="1"/>
            <p:nvPr/>
          </p:nvSpPr>
          <p:spPr>
            <a:xfrm>
              <a:off x="-1949" y="83141"/>
              <a:ext cx="4582293" cy="775991"/>
            </a:xfrm>
            <a:prstGeom prst="rect">
              <a:avLst/>
            </a:prstGeom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33350" tIns="133350" rIns="133350" bIns="133350" numCol="1" spcCol="1270" anchor="ctr" anchorCtr="0">
              <a:noAutofit/>
            </a:bodyPr>
            <a:lstStyle/>
            <a:p>
              <a:pPr marL="0" lvl="0" indent="0" algn="ctr" defTabSz="15557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GB" sz="3500" kern="1200" noProof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Important question</a:t>
              </a:r>
            </a:p>
          </p:txBody>
        </p:sp>
      </p:grpSp>
      <p:sp>
        <p:nvSpPr>
          <p:cNvPr id="14" name="Cím 1">
            <a:extLst>
              <a:ext uri="{FF2B5EF4-FFF2-40B4-BE49-F238E27FC236}">
                <a16:creationId xmlns:a16="http://schemas.microsoft.com/office/drawing/2014/main" id="{EB432D64-B04D-29E9-0F59-54E1B3E67D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5371" y="383087"/>
            <a:ext cx="10440000" cy="1008000"/>
          </a:xfrm>
        </p:spPr>
        <p:txBody>
          <a:bodyPr>
            <a:normAutofit/>
          </a:bodyPr>
          <a:lstStyle/>
          <a:p>
            <a:r>
              <a:rPr lang="en-GB" sz="4000" noProof="0"/>
              <a:t>Motivation</a:t>
            </a:r>
          </a:p>
        </p:txBody>
      </p:sp>
      <p:sp>
        <p:nvSpPr>
          <p:cNvPr id="7" name="Nyíl: jobbra mutató 6">
            <a:extLst>
              <a:ext uri="{FF2B5EF4-FFF2-40B4-BE49-F238E27FC236}">
                <a16:creationId xmlns:a16="http://schemas.microsoft.com/office/drawing/2014/main" id="{B39A577D-A1BD-0960-3755-E0AFA52229A4}"/>
              </a:ext>
            </a:extLst>
          </p:cNvPr>
          <p:cNvSpPr/>
          <p:nvPr/>
        </p:nvSpPr>
        <p:spPr>
          <a:xfrm rot="20100000">
            <a:off x="6558543" y="4668644"/>
            <a:ext cx="1119600" cy="572136"/>
          </a:xfrm>
          <a:prstGeom prst="rightArrow">
            <a:avLst/>
          </a:prstGeom>
          <a:solidFill>
            <a:srgbClr val="C79759"/>
          </a:solidFill>
          <a:ln>
            <a:solidFill>
              <a:srgbClr val="8E663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0E09AFEB-946F-EC72-4BBA-D4A8DBB43866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40D82AF8-DAE6-4D6F-8BAF-2824A2558C02}" type="slidenum">
              <a:rPr lang="en-GB" noProof="0" smtClean="0"/>
              <a:t>3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3659833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3FF83438-1FE6-4949-B976-5751A6C9897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5FA2A3A9-F209-4A28-AE2F-7730AB9217D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E2125982-5C51-4594-B77C-60F617E8F5B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8E2A4574-3850-467D-8AFD-9428B9B3E46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3" grpId="0">
        <p:bldSub>
          <a:bldDgm bld="one"/>
        </p:bldSub>
      </p:bldGraphic>
      <p:bldP spid="6" grpId="0" animBg="1"/>
      <p:bldP spid="7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840C8843-4557-1BCD-BE8D-C5E7011B717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GB" sz="4000" noProof="0"/>
              <a:t>Research question</a:t>
            </a:r>
          </a:p>
        </p:txBody>
      </p:sp>
      <p:sp>
        <p:nvSpPr>
          <p:cNvPr id="5" name="Lekerekített téglalap 3">
            <a:extLst>
              <a:ext uri="{FF2B5EF4-FFF2-40B4-BE49-F238E27FC236}">
                <a16:creationId xmlns:a16="http://schemas.microsoft.com/office/drawing/2014/main" id="{E11E7951-AA0E-978D-6D55-BA32CFA5F103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1237940" y="1438275"/>
            <a:ext cx="9716121" cy="1404316"/>
          </a:xfrm>
          <a:prstGeom prst="roundRect">
            <a:avLst/>
          </a:prstGeom>
          <a:solidFill>
            <a:srgbClr val="C09154"/>
          </a:solidFill>
          <a:ln w="28575">
            <a:solidFill>
              <a:srgbClr val="8E663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r>
              <a:rPr lang="en-GB" sz="2800" noProof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Can we decide which forecasting method performs better for our given data?</a:t>
            </a:r>
            <a:endParaRPr lang="en-GB" sz="2800" noProof="0"/>
          </a:p>
        </p:txBody>
      </p:sp>
      <p:sp>
        <p:nvSpPr>
          <p:cNvPr id="6" name="Szövegdoboz 5">
            <a:extLst>
              <a:ext uri="{FF2B5EF4-FFF2-40B4-BE49-F238E27FC236}">
                <a16:creationId xmlns:a16="http://schemas.microsoft.com/office/drawing/2014/main" id="{6943528C-6FCD-9A83-06A9-3D1A655B29E2}"/>
              </a:ext>
            </a:extLst>
          </p:cNvPr>
          <p:cNvSpPr txBox="1"/>
          <p:nvPr/>
        </p:nvSpPr>
        <p:spPr>
          <a:xfrm>
            <a:off x="467999" y="3429000"/>
            <a:ext cx="8843641" cy="1523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rgbClr val="C09154"/>
              </a:buClr>
              <a:buFont typeface="Arial" panose="020B0604020202020204" pitchFamily="34" charset="0"/>
              <a:buChar char="•"/>
            </a:pPr>
            <a:r>
              <a:rPr lang="en-GB" sz="2500" noProof="0">
                <a:solidFill>
                  <a:srgbClr val="1A203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Clear winner </a:t>
            </a:r>
            <a:r>
              <a:rPr lang="en-GB" sz="2500" noProof="0">
                <a:solidFill>
                  <a:srgbClr val="1A203D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 accurate forecasting</a:t>
            </a:r>
            <a:endParaRPr lang="en-GB" sz="2500" noProof="0">
              <a:solidFill>
                <a:srgbClr val="1A203D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Clr>
                <a:srgbClr val="C09154"/>
              </a:buClr>
              <a:buFont typeface="Arial" panose="020B0604020202020204" pitchFamily="34" charset="0"/>
              <a:buChar char="•"/>
            </a:pPr>
            <a:endParaRPr lang="en-GB" sz="2500" noProof="0">
              <a:solidFill>
                <a:srgbClr val="1A203D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Clr>
                <a:srgbClr val="C09154"/>
              </a:buClr>
              <a:buFont typeface="Arial" panose="020B0604020202020204" pitchFamily="34" charset="0"/>
              <a:buChar char="•"/>
            </a:pPr>
            <a:r>
              <a:rPr lang="en-GB" sz="2500" noProof="0">
                <a:solidFill>
                  <a:srgbClr val="1A203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Predicting better in different aspects </a:t>
            </a:r>
            <a:r>
              <a:rPr lang="en-GB" sz="2500" noProof="0">
                <a:solidFill>
                  <a:srgbClr val="1A203D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 differentiated forecasting</a:t>
            </a:r>
            <a:endParaRPr lang="en-GB" sz="2500" noProof="0">
              <a:solidFill>
                <a:srgbClr val="1A203D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GB" noProof="0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1A8313E0-84A6-CA7D-CDE5-C09CA44CABA4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40D82AF8-DAE6-4D6F-8BAF-2824A2558C02}" type="slidenum">
              <a:rPr lang="en-GB" noProof="0" smtClean="0"/>
              <a:t>4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7646565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411C58DE-B51E-9212-8B50-6A4A99FBA56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85555703"/>
              </p:ext>
            </p:extLst>
          </p:nvPr>
        </p:nvGraphicFramePr>
        <p:xfrm>
          <a:off x="3016111" y="1161602"/>
          <a:ext cx="5637349" cy="49590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0" name="Ellipszis 9">
            <a:extLst>
              <a:ext uri="{FF2B5EF4-FFF2-40B4-BE49-F238E27FC236}">
                <a16:creationId xmlns:a16="http://schemas.microsoft.com/office/drawing/2014/main" id="{9E953DF5-D3CC-286C-1A6E-DC67D790EC5F}"/>
              </a:ext>
            </a:extLst>
          </p:cNvPr>
          <p:cNvSpPr/>
          <p:nvPr/>
        </p:nvSpPr>
        <p:spPr>
          <a:xfrm>
            <a:off x="267789" y="2169602"/>
            <a:ext cx="2939143" cy="2939143"/>
          </a:xfrm>
          <a:prstGeom prst="ellipse">
            <a:avLst/>
          </a:prstGeom>
          <a:solidFill>
            <a:srgbClr val="C09154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400" noProof="0">
                <a:latin typeface="Times New Roman" panose="02020603050405020304" pitchFamily="18" charset="0"/>
                <a:cs typeface="Times New Roman" panose="02020603050405020304" pitchFamily="18" charset="0"/>
              </a:rPr>
              <a:t>Human Mortality Database</a:t>
            </a:r>
          </a:p>
        </p:txBody>
      </p:sp>
      <p:pic>
        <p:nvPicPr>
          <p:cNvPr id="2" name="Kép 1">
            <a:extLst>
              <a:ext uri="{FF2B5EF4-FFF2-40B4-BE49-F238E27FC236}">
                <a16:creationId xmlns:a16="http://schemas.microsoft.com/office/drawing/2014/main" id="{DBDD2FF6-91CB-1C04-4948-09B909F368B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10869" y="3329621"/>
            <a:ext cx="3074521" cy="3174100"/>
          </a:xfrm>
          <a:prstGeom prst="rect">
            <a:avLst/>
          </a:prstGeom>
        </p:spPr>
      </p:pic>
      <p:sp>
        <p:nvSpPr>
          <p:cNvPr id="9" name="Cím 1">
            <a:extLst>
              <a:ext uri="{FF2B5EF4-FFF2-40B4-BE49-F238E27FC236}">
                <a16:creationId xmlns:a16="http://schemas.microsoft.com/office/drawing/2014/main" id="{8E3D44D5-C8EF-934A-DD9A-8C0F85CE13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5371" y="383087"/>
            <a:ext cx="10440000" cy="1008000"/>
          </a:xfrm>
        </p:spPr>
        <p:txBody>
          <a:bodyPr>
            <a:normAutofit/>
          </a:bodyPr>
          <a:lstStyle/>
          <a:p>
            <a:r>
              <a:rPr lang="en-GB" sz="4000" noProof="0" dirty="0"/>
              <a:t>Data</a:t>
            </a:r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548491AE-485E-B174-EDE7-C22C00CD51C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40D82AF8-DAE6-4D6F-8BAF-2824A2558C02}" type="slidenum">
              <a:rPr lang="en-GB" noProof="0" smtClean="0"/>
              <a:t>5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41399120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artalom helye 2">
            <a:extLst>
              <a:ext uri="{FF2B5EF4-FFF2-40B4-BE49-F238E27FC236}">
                <a16:creationId xmlns:a16="http://schemas.microsoft.com/office/drawing/2014/main" id="{ABDCD2B2-DDD2-EC26-D0ED-0CA6D61B63BF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67999" y="1417335"/>
            <a:ext cx="11354661" cy="4933949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noProof="0" dirty="0">
                <a:latin typeface="Times New Roman"/>
                <a:cs typeface="Times New Roman"/>
              </a:rPr>
              <a:t>ln(𝑚</a:t>
            </a:r>
            <a:r>
              <a:rPr lang="en-GB" sz="2800" baseline="-25000" noProof="0" dirty="0">
                <a:latin typeface="Times New Roman"/>
                <a:cs typeface="Times New Roman"/>
              </a:rPr>
              <a:t>𝑥,𝑡</a:t>
            </a:r>
            <a:r>
              <a:rPr lang="en-GB" sz="2800" noProof="0" dirty="0">
                <a:latin typeface="Times New Roman"/>
                <a:cs typeface="Times New Roman"/>
              </a:rPr>
              <a:t>)=𝑎</a:t>
            </a:r>
            <a:r>
              <a:rPr lang="en-GB" sz="2800" baseline="-25000" noProof="0" dirty="0">
                <a:latin typeface="Times New Roman"/>
                <a:cs typeface="Times New Roman"/>
              </a:rPr>
              <a:t>𝑥</a:t>
            </a:r>
            <a:r>
              <a:rPr lang="en-GB" sz="2800" noProof="0" dirty="0">
                <a:latin typeface="Times New Roman"/>
                <a:cs typeface="Times New Roman"/>
              </a:rPr>
              <a:t>+𝑏</a:t>
            </a:r>
            <a:r>
              <a:rPr lang="en-GB" sz="2800" baseline="-25000" noProof="0" dirty="0">
                <a:latin typeface="Times New Roman"/>
                <a:cs typeface="Times New Roman"/>
              </a:rPr>
              <a:t>𝑥</a:t>
            </a:r>
            <a:r>
              <a:rPr lang="en-GB" sz="2800" noProof="0" dirty="0">
                <a:latin typeface="Times New Roman"/>
                <a:cs typeface="Times New Roman"/>
              </a:rPr>
              <a:t>𝑘</a:t>
            </a:r>
            <a:r>
              <a:rPr lang="en-GB" sz="2800" baseline="-25000" noProof="0" dirty="0">
                <a:latin typeface="Times New Roman"/>
                <a:cs typeface="Times New Roman"/>
              </a:rPr>
              <a:t>𝑡</a:t>
            </a:r>
            <a:r>
              <a:rPr lang="en-GB" sz="2800" noProof="0" dirty="0">
                <a:latin typeface="Times New Roman"/>
                <a:cs typeface="Times New Roman"/>
              </a:rPr>
              <a:t>+𝜀</a:t>
            </a:r>
            <a:r>
              <a:rPr lang="en-GB" sz="2800" baseline="-25000" noProof="0" dirty="0">
                <a:latin typeface="Times New Roman"/>
                <a:cs typeface="Times New Roman"/>
              </a:rPr>
              <a:t>𝑥,𝑡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GB" sz="2500" noProof="0" dirty="0" err="1">
                <a:latin typeface="Times New Roman"/>
                <a:cs typeface="Times New Roman"/>
              </a:rPr>
              <a:t>m</a:t>
            </a:r>
            <a:r>
              <a:rPr lang="en-GB" sz="2500" baseline="-25000" noProof="0" dirty="0" err="1">
                <a:latin typeface="Times New Roman"/>
                <a:cs typeface="Times New Roman"/>
              </a:rPr>
              <a:t>x,t</a:t>
            </a:r>
            <a:r>
              <a:rPr lang="en-GB" sz="2500" noProof="0" dirty="0">
                <a:latin typeface="Times New Roman"/>
                <a:cs typeface="Times New Roman"/>
              </a:rPr>
              <a:t>: central death rate at age </a:t>
            </a:r>
            <a:r>
              <a:rPr lang="en-GB" sz="2500" i="1" noProof="0" dirty="0">
                <a:latin typeface="Times New Roman"/>
                <a:cs typeface="Times New Roman"/>
              </a:rPr>
              <a:t>x</a:t>
            </a:r>
            <a:r>
              <a:rPr lang="en-GB" sz="2500" noProof="0" dirty="0">
                <a:latin typeface="Times New Roman"/>
                <a:cs typeface="Times New Roman"/>
              </a:rPr>
              <a:t> and time </a:t>
            </a:r>
            <a:r>
              <a:rPr lang="en-GB" sz="2500" i="1" noProof="0" dirty="0">
                <a:latin typeface="Times New Roman"/>
                <a:cs typeface="Times New Roman"/>
              </a:rPr>
              <a:t>t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GB" sz="2500" noProof="0" dirty="0" err="1">
                <a:latin typeface="Times New Roman"/>
                <a:cs typeface="Times New Roman"/>
              </a:rPr>
              <a:t>a</a:t>
            </a:r>
            <a:r>
              <a:rPr lang="en-GB" sz="2500" baseline="-25000" noProof="0" dirty="0" err="1">
                <a:latin typeface="Times New Roman"/>
                <a:cs typeface="Times New Roman"/>
              </a:rPr>
              <a:t>x</a:t>
            </a:r>
            <a:r>
              <a:rPr lang="en-GB" sz="2500" noProof="0" dirty="0">
                <a:latin typeface="Times New Roman"/>
                <a:cs typeface="Times New Roman"/>
              </a:rPr>
              <a:t>: average log-mortality at each age across time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GB" sz="2500" noProof="0" dirty="0" err="1">
                <a:latin typeface="Times New Roman"/>
                <a:cs typeface="Times New Roman"/>
              </a:rPr>
              <a:t>b</a:t>
            </a:r>
            <a:r>
              <a:rPr lang="en-GB" sz="2500" baseline="-25000" noProof="0" dirty="0" err="1">
                <a:latin typeface="Times New Roman"/>
                <a:cs typeface="Times New Roman"/>
              </a:rPr>
              <a:t>x</a:t>
            </a:r>
            <a:r>
              <a:rPr lang="en-GB" sz="2500" noProof="0" dirty="0">
                <a:latin typeface="Times New Roman"/>
                <a:cs typeface="Times New Roman"/>
              </a:rPr>
              <a:t>: sensitivity of mortality at age </a:t>
            </a:r>
            <a:r>
              <a:rPr lang="en-GB" sz="2500" i="1" noProof="0" dirty="0">
                <a:latin typeface="Times New Roman"/>
                <a:cs typeface="Times New Roman"/>
              </a:rPr>
              <a:t>x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GB" sz="2500" noProof="0" dirty="0">
                <a:latin typeface="Times New Roman"/>
                <a:cs typeface="Times New Roman"/>
              </a:rPr>
              <a:t>k</a:t>
            </a:r>
            <a:r>
              <a:rPr lang="en-GB" sz="2500" baseline="-25000" noProof="0" dirty="0">
                <a:latin typeface="Times New Roman"/>
                <a:cs typeface="Times New Roman"/>
              </a:rPr>
              <a:t>t</a:t>
            </a:r>
            <a:r>
              <a:rPr lang="en-GB" sz="2500" noProof="0" dirty="0">
                <a:latin typeface="Times New Roman"/>
                <a:cs typeface="Times New Roman"/>
              </a:rPr>
              <a:t>: time-varying mortality index</a:t>
            </a:r>
          </a:p>
          <a:p>
            <a:endParaRPr lang="en-GB" sz="2500" baseline="-25000" noProof="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500" noProof="0" dirty="0">
              <a:solidFill>
                <a:srgbClr val="1A203D"/>
              </a:solidFill>
            </a:endParaRPr>
          </a:p>
        </p:txBody>
      </p:sp>
      <p:sp>
        <p:nvSpPr>
          <p:cNvPr id="12" name="Cím 1">
            <a:extLst>
              <a:ext uri="{FF2B5EF4-FFF2-40B4-BE49-F238E27FC236}">
                <a16:creationId xmlns:a16="http://schemas.microsoft.com/office/drawing/2014/main" id="{217AA721-FB26-5F5A-C75F-93D0AB7F79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5371" y="383087"/>
            <a:ext cx="10440000" cy="1008000"/>
          </a:xfrm>
        </p:spPr>
        <p:txBody>
          <a:bodyPr>
            <a:normAutofit/>
          </a:bodyPr>
          <a:lstStyle/>
          <a:p>
            <a:r>
              <a:rPr lang="en-GB" sz="4000" noProof="0" dirty="0"/>
              <a:t>The Lee-Carter Model</a:t>
            </a:r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D064102E-B592-284A-DEA1-983017E41CE6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40D82AF8-DAE6-4D6F-8BAF-2824A2558C02}" type="slidenum">
              <a:rPr lang="en-GB" noProof="0" smtClean="0"/>
              <a:t>6</a:t>
            </a:fld>
            <a:endParaRPr lang="en-GB" noProof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79BB3E9-7E04-2332-6298-B66635AF25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1165" y="902825"/>
            <a:ext cx="4229812" cy="5921737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43A1D6B-C7D1-0ED9-B73B-5E49CDEC466E}"/>
              </a:ext>
            </a:extLst>
          </p:cNvPr>
          <p:cNvSpPr txBox="1"/>
          <p:nvPr/>
        </p:nvSpPr>
        <p:spPr>
          <a:xfrm>
            <a:off x="467999" y="3863693"/>
            <a:ext cx="7413166" cy="2446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800" noProof="0" dirty="0">
                <a:latin typeface="Times New Roman"/>
                <a:cs typeface="Times New Roman"/>
              </a:rPr>
              <a:t>Refinements: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2500" noProof="0" dirty="0">
                <a:latin typeface="Times New Roman"/>
                <a:cs typeface="Times New Roman"/>
              </a:rPr>
              <a:t>MLE introduction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2500" noProof="0" dirty="0">
                <a:latin typeface="Times New Roman"/>
                <a:cs typeface="Times New Roman"/>
              </a:rPr>
              <a:t>𝐷</a:t>
            </a:r>
            <a:r>
              <a:rPr lang="en-GB" sz="2500" baseline="-25000" noProof="0" dirty="0">
                <a:latin typeface="Times New Roman"/>
                <a:cs typeface="Times New Roman"/>
              </a:rPr>
              <a:t>𝑥,𝑡 </a:t>
            </a:r>
            <a:r>
              <a:rPr lang="en-GB" sz="2500" noProof="0" dirty="0">
                <a:latin typeface="Times New Roman"/>
                <a:cs typeface="Times New Roman"/>
              </a:rPr>
              <a:t>~ 𝑃𝑜𝑖(𝐸</a:t>
            </a:r>
            <a:r>
              <a:rPr lang="en-GB" sz="2500" baseline="-25000" noProof="0" dirty="0">
                <a:latin typeface="Times New Roman"/>
                <a:cs typeface="Times New Roman"/>
              </a:rPr>
              <a:t>𝑥,𝑡</a:t>
            </a:r>
            <a:r>
              <a:rPr lang="en-GB" sz="2500" noProof="0" dirty="0">
                <a:latin typeface="Times New Roman"/>
                <a:cs typeface="Times New Roman"/>
              </a:rPr>
              <a:t>*𝑚</a:t>
            </a:r>
            <a:r>
              <a:rPr lang="en-GB" sz="2500" baseline="-25000" noProof="0" dirty="0">
                <a:latin typeface="Times New Roman"/>
                <a:cs typeface="Times New Roman"/>
              </a:rPr>
              <a:t>𝑥,𝑡</a:t>
            </a:r>
            <a:r>
              <a:rPr lang="en-GB" sz="2500" noProof="0" dirty="0">
                <a:latin typeface="Times New Roman"/>
                <a:cs typeface="Times New Roman"/>
              </a:rPr>
              <a:t>) 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2500" noProof="0" dirty="0">
                <a:latin typeface="Times New Roman"/>
                <a:cs typeface="Times New Roman"/>
              </a:rPr>
              <a:t>𝐷</a:t>
            </a:r>
            <a:r>
              <a:rPr lang="en-GB" sz="2500" baseline="-25000" noProof="0" dirty="0">
                <a:latin typeface="Times New Roman"/>
                <a:cs typeface="Times New Roman"/>
              </a:rPr>
              <a:t>𝑥,𝑡</a:t>
            </a:r>
            <a:r>
              <a:rPr lang="en-GB" sz="2500" noProof="0" dirty="0">
                <a:latin typeface="Times New Roman"/>
                <a:cs typeface="Times New Roman"/>
              </a:rPr>
              <a:t>: Number of deaths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2500" noProof="0" dirty="0">
                <a:latin typeface="Times New Roman"/>
                <a:cs typeface="Times New Roman"/>
              </a:rPr>
              <a:t>𝐸</a:t>
            </a:r>
            <a:r>
              <a:rPr lang="en-GB" sz="2500" baseline="-25000" noProof="0" dirty="0">
                <a:latin typeface="Times New Roman"/>
                <a:cs typeface="Times New Roman"/>
              </a:rPr>
              <a:t>𝑥,𝑡</a:t>
            </a:r>
            <a:r>
              <a:rPr lang="en-GB" sz="2500" noProof="0" dirty="0">
                <a:latin typeface="Times New Roman"/>
                <a:cs typeface="Times New Roman"/>
              </a:rPr>
              <a:t>: Exposure to risk (population at risk of dying)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2500" noProof="0" dirty="0">
                <a:latin typeface="Times New Roman"/>
                <a:cs typeface="Times New Roman"/>
              </a:rPr>
              <a:t>Forecast: ARIMA(</a:t>
            </a:r>
            <a:r>
              <a:rPr lang="en-GB" sz="2500" noProof="0" dirty="0" err="1">
                <a:latin typeface="Times New Roman"/>
                <a:cs typeface="Times New Roman"/>
              </a:rPr>
              <a:t>p,q</a:t>
            </a:r>
            <a:r>
              <a:rPr lang="en-GB" sz="2500" noProof="0" dirty="0">
                <a:latin typeface="Times New Roman"/>
                <a:cs typeface="Times New Roman"/>
              </a:rPr>
              <a:t>) on k</a:t>
            </a:r>
            <a:r>
              <a:rPr lang="en-GB" sz="2500" baseline="-25000" noProof="0" dirty="0">
                <a:latin typeface="Times New Roman"/>
                <a:cs typeface="Times New Roman"/>
              </a:rPr>
              <a:t>t</a:t>
            </a:r>
          </a:p>
        </p:txBody>
      </p:sp>
    </p:spTree>
    <p:extLst>
      <p:ext uri="{BB962C8B-B14F-4D97-AF65-F5344CB8AC3E}">
        <p14:creationId xmlns:p14="http://schemas.microsoft.com/office/powerpoint/2010/main" val="13493833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9E0CB1-FDC0-7304-FB5A-8DF48111D3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BE95A7E3-BB69-F907-F5F1-510D669D7F7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02060152"/>
              </p:ext>
            </p:extLst>
          </p:nvPr>
        </p:nvGraphicFramePr>
        <p:xfrm>
          <a:off x="3258403" y="1288061"/>
          <a:ext cx="5637349" cy="49590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Ellipszis 4">
            <a:extLst>
              <a:ext uri="{FF2B5EF4-FFF2-40B4-BE49-F238E27FC236}">
                <a16:creationId xmlns:a16="http://schemas.microsoft.com/office/drawing/2014/main" id="{B769D88C-51E5-5055-A875-23EC51C9A808}"/>
              </a:ext>
            </a:extLst>
          </p:cNvPr>
          <p:cNvSpPr/>
          <p:nvPr/>
        </p:nvSpPr>
        <p:spPr>
          <a:xfrm>
            <a:off x="510081" y="2296061"/>
            <a:ext cx="2939143" cy="2939143"/>
          </a:xfrm>
          <a:prstGeom prst="ellipse">
            <a:avLst/>
          </a:prstGeom>
          <a:solidFill>
            <a:srgbClr val="C09154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400" noProof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SVD</a:t>
            </a:r>
          </a:p>
        </p:txBody>
      </p:sp>
      <p:pic>
        <p:nvPicPr>
          <p:cNvPr id="8" name="Kép 7">
            <a:extLst>
              <a:ext uri="{FF2B5EF4-FFF2-40B4-BE49-F238E27FC236}">
                <a16:creationId xmlns:a16="http://schemas.microsoft.com/office/drawing/2014/main" id="{B57F9A19-E28A-3158-D9B7-AFDB52D8A4A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10869" y="3329621"/>
            <a:ext cx="3074521" cy="3174100"/>
          </a:xfrm>
          <a:prstGeom prst="rect">
            <a:avLst/>
          </a:prstGeom>
        </p:spPr>
      </p:pic>
      <p:sp>
        <p:nvSpPr>
          <p:cNvPr id="9" name="Cím 1">
            <a:extLst>
              <a:ext uri="{FF2B5EF4-FFF2-40B4-BE49-F238E27FC236}">
                <a16:creationId xmlns:a16="http://schemas.microsoft.com/office/drawing/2014/main" id="{06C0C162-0F61-E0DB-9830-E99B35294F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5371" y="383087"/>
            <a:ext cx="10440000" cy="1008000"/>
          </a:xfrm>
        </p:spPr>
        <p:txBody>
          <a:bodyPr>
            <a:normAutofit/>
          </a:bodyPr>
          <a:lstStyle/>
          <a:p>
            <a:r>
              <a:rPr lang="en-GB" sz="4000" noProof="0"/>
              <a:t>Methodology I.</a:t>
            </a:r>
          </a:p>
        </p:txBody>
      </p:sp>
      <p:sp>
        <p:nvSpPr>
          <p:cNvPr id="3" name="Dia számának helye 2">
            <a:extLst>
              <a:ext uri="{FF2B5EF4-FFF2-40B4-BE49-F238E27FC236}">
                <a16:creationId xmlns:a16="http://schemas.microsoft.com/office/drawing/2014/main" id="{497F4D74-03FC-A425-D1A3-DABEFEAD93CB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40D82AF8-DAE6-4D6F-8BAF-2824A2558C02}" type="slidenum">
              <a:rPr lang="en-GB" noProof="0" smtClean="0"/>
              <a:t>7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9784247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1DD37C-347F-4C85-EA72-FB60346F0C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691F8FDB-6B44-6EAC-78E3-2ACF93E795C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99304363"/>
              </p:ext>
            </p:extLst>
          </p:nvPr>
        </p:nvGraphicFramePr>
        <p:xfrm>
          <a:off x="3258403" y="1288061"/>
          <a:ext cx="5637349" cy="49590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Ellipszis 4">
            <a:extLst>
              <a:ext uri="{FF2B5EF4-FFF2-40B4-BE49-F238E27FC236}">
                <a16:creationId xmlns:a16="http://schemas.microsoft.com/office/drawing/2014/main" id="{A095E412-953A-7062-5B17-C2BFDEC2C083}"/>
              </a:ext>
            </a:extLst>
          </p:cNvPr>
          <p:cNvSpPr/>
          <p:nvPr/>
        </p:nvSpPr>
        <p:spPr>
          <a:xfrm>
            <a:off x="510081" y="2296061"/>
            <a:ext cx="2939143" cy="2939143"/>
          </a:xfrm>
          <a:prstGeom prst="ellipse">
            <a:avLst/>
          </a:prstGeom>
          <a:solidFill>
            <a:srgbClr val="C09154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400" noProof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Poisson MLE</a:t>
            </a:r>
          </a:p>
        </p:txBody>
      </p:sp>
      <p:pic>
        <p:nvPicPr>
          <p:cNvPr id="8" name="Kép 7">
            <a:extLst>
              <a:ext uri="{FF2B5EF4-FFF2-40B4-BE49-F238E27FC236}">
                <a16:creationId xmlns:a16="http://schemas.microsoft.com/office/drawing/2014/main" id="{EC4B6A70-90D3-4DD1-50FE-07C5AEC10BE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10869" y="3329621"/>
            <a:ext cx="3074521" cy="3174100"/>
          </a:xfrm>
          <a:prstGeom prst="rect">
            <a:avLst/>
          </a:prstGeom>
        </p:spPr>
      </p:pic>
      <p:sp>
        <p:nvSpPr>
          <p:cNvPr id="9" name="Cím 1">
            <a:extLst>
              <a:ext uri="{FF2B5EF4-FFF2-40B4-BE49-F238E27FC236}">
                <a16:creationId xmlns:a16="http://schemas.microsoft.com/office/drawing/2014/main" id="{B60855F4-2EAA-5045-A65E-2659983DDA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5371" y="383087"/>
            <a:ext cx="10440000" cy="1008000"/>
          </a:xfrm>
        </p:spPr>
        <p:txBody>
          <a:bodyPr>
            <a:normAutofit/>
          </a:bodyPr>
          <a:lstStyle/>
          <a:p>
            <a:r>
              <a:rPr lang="en-GB" sz="4000" noProof="0"/>
              <a:t>Methodology II.</a:t>
            </a:r>
          </a:p>
        </p:txBody>
      </p:sp>
      <p:sp>
        <p:nvSpPr>
          <p:cNvPr id="3" name="Dia számának helye 2">
            <a:extLst>
              <a:ext uri="{FF2B5EF4-FFF2-40B4-BE49-F238E27FC236}">
                <a16:creationId xmlns:a16="http://schemas.microsoft.com/office/drawing/2014/main" id="{0161B85E-1875-96C6-CA5F-702EECCC8104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40D82AF8-DAE6-4D6F-8BAF-2824A2558C02}" type="slidenum">
              <a:rPr lang="en-GB" noProof="0" smtClean="0"/>
              <a:t>8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9740948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83F82A-5CC1-C5A6-5535-B1CC65A0E1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artalom helye 2">
            <a:extLst>
              <a:ext uri="{FF2B5EF4-FFF2-40B4-BE49-F238E27FC236}">
                <a16:creationId xmlns:a16="http://schemas.microsoft.com/office/drawing/2014/main" id="{10F472A0-A225-BB24-4F99-6FF2CDDC2BB0}"/>
              </a:ext>
            </a:extLst>
          </p:cNvPr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endParaRPr lang="en-GB" noProof="0"/>
          </a:p>
        </p:txBody>
      </p:sp>
      <p:graphicFrame>
        <p:nvGraphicFramePr>
          <p:cNvPr id="5" name="Táblázat 4">
            <a:extLst>
              <a:ext uri="{FF2B5EF4-FFF2-40B4-BE49-F238E27FC236}">
                <a16:creationId xmlns:a16="http://schemas.microsoft.com/office/drawing/2014/main" id="{2267F155-E4B9-4E73-3C12-0975B84AA57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03557164"/>
              </p:ext>
            </p:extLst>
          </p:nvPr>
        </p:nvGraphicFramePr>
        <p:xfrm>
          <a:off x="472281" y="1438274"/>
          <a:ext cx="11354660" cy="493395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5062798">
                  <a:extLst>
                    <a:ext uri="{9D8B030D-6E8A-4147-A177-3AD203B41FA5}">
                      <a16:colId xmlns:a16="http://schemas.microsoft.com/office/drawing/2014/main" val="812053896"/>
                    </a:ext>
                  </a:extLst>
                </a:gridCol>
                <a:gridCol w="3145931">
                  <a:extLst>
                    <a:ext uri="{9D8B030D-6E8A-4147-A177-3AD203B41FA5}">
                      <a16:colId xmlns:a16="http://schemas.microsoft.com/office/drawing/2014/main" val="2024483840"/>
                    </a:ext>
                  </a:extLst>
                </a:gridCol>
                <a:gridCol w="3145931">
                  <a:extLst>
                    <a:ext uri="{9D8B030D-6E8A-4147-A177-3AD203B41FA5}">
                      <a16:colId xmlns:a16="http://schemas.microsoft.com/office/drawing/2014/main" val="2620212054"/>
                    </a:ext>
                  </a:extLst>
                </a:gridCol>
              </a:tblGrid>
              <a:tr h="930045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2000" b="1" kern="100" noProof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Types</a:t>
                      </a:r>
                      <a:endParaRPr lang="en-GB" sz="1800" kern="100" noProof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C7975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2000" b="1" kern="100" noProof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Poisson MLE</a:t>
                      </a:r>
                      <a:endParaRPr lang="en-GB" sz="1800" kern="100" noProof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C7975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noProof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SVD</a:t>
                      </a:r>
                    </a:p>
                  </a:txBody>
                  <a:tcPr marL="68580" marR="68580" marT="0" marB="0" anchor="ctr">
                    <a:solidFill>
                      <a:srgbClr val="C797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0587002"/>
                  </a:ext>
                </a:extLst>
              </a:tr>
              <a:tr h="800781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kern="100" noProof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Overall</a:t>
                      </a:r>
                      <a:endParaRPr lang="en-GB" sz="1800" kern="100" noProof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EADFD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kern="100" noProof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18.3%</a:t>
                      </a:r>
                      <a:endParaRPr lang="en-GB" sz="1800" kern="100" noProof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EADFD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kern="100" noProof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81.7%</a:t>
                      </a:r>
                      <a:endParaRPr lang="en-GB" sz="1800" kern="100" noProof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EADF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5383025"/>
                  </a:ext>
                </a:extLst>
              </a:tr>
              <a:tr h="800781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kern="100" noProof="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Males</a:t>
                      </a:r>
                    </a:p>
                  </a:txBody>
                  <a:tcPr marL="68580" marR="68580" marT="0" marB="0" anchor="ctr">
                    <a:solidFill>
                      <a:srgbClr val="F4EE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kern="100" noProof="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20%</a:t>
                      </a:r>
                    </a:p>
                  </a:txBody>
                  <a:tcPr marL="68580" marR="68580" marT="0" marB="0" anchor="ctr">
                    <a:solidFill>
                      <a:srgbClr val="F4EE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kern="100" noProof="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80%</a:t>
                      </a:r>
                    </a:p>
                  </a:txBody>
                  <a:tcPr marL="68580" marR="68580" marT="0" marB="0" anchor="ctr">
                    <a:solidFill>
                      <a:srgbClr val="F4EE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7704363"/>
                  </a:ext>
                </a:extLst>
              </a:tr>
              <a:tr h="800781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kern="100" noProof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Females</a:t>
                      </a:r>
                      <a:endParaRPr lang="en-GB" sz="1800" kern="100" noProof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EADFD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kern="100" noProof="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16.6%</a:t>
                      </a:r>
                    </a:p>
                  </a:txBody>
                  <a:tcPr marL="68580" marR="68580" marT="0" marB="0" anchor="ctr">
                    <a:solidFill>
                      <a:srgbClr val="EADFD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kern="100" noProof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83.4%</a:t>
                      </a:r>
                      <a:endParaRPr lang="en-GB" sz="1800" kern="100" noProof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EADF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9687568"/>
                  </a:ext>
                </a:extLst>
              </a:tr>
              <a:tr h="800781">
                <a:tc>
                  <a:txBody>
                    <a:bodyPr/>
                    <a:lstStyle/>
                    <a:p>
                      <a:pPr algn="ctr" latinLnBrk="1"/>
                      <a:r>
                        <a:rPr lang="en-GB" sz="1800" b="0" i="0" kern="1200" noProof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Mediterranean</a:t>
                      </a:r>
                    </a:p>
                  </a:txBody>
                  <a:tcPr marL="68580" marR="68580" marT="0" marB="0" anchor="ctr">
                    <a:solidFill>
                      <a:srgbClr val="F4EE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kern="100" noProof="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16.6%</a:t>
                      </a:r>
                    </a:p>
                  </a:txBody>
                  <a:tcPr marL="68580" marR="68580" marT="0" marB="0" anchor="ctr">
                    <a:solidFill>
                      <a:srgbClr val="F4EE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kern="100" noProof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83.4%</a:t>
                      </a:r>
                      <a:endParaRPr lang="en-GB" sz="1800" kern="100" noProof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F4EE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3928066"/>
                  </a:ext>
                </a:extLst>
              </a:tr>
              <a:tr h="80078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b="0" i="0" kern="1200" noProof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Post-Socialist</a:t>
                      </a:r>
                    </a:p>
                  </a:txBody>
                  <a:tcPr marL="68580" marR="68580" marT="0" marB="0" anchor="ctr">
                    <a:solidFill>
                      <a:srgbClr val="EADFD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kern="100" noProof="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16.6%</a:t>
                      </a:r>
                    </a:p>
                  </a:txBody>
                  <a:tcPr marL="68580" marR="68580" marT="0" marB="0" anchor="ctr">
                    <a:solidFill>
                      <a:srgbClr val="EADFD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kern="100" noProof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83.4%</a:t>
                      </a:r>
                      <a:endParaRPr lang="en-GB" sz="1800" kern="100" noProof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EADF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9784895"/>
                  </a:ext>
                </a:extLst>
              </a:tr>
            </a:tbl>
          </a:graphicData>
        </a:graphic>
      </p:graphicFrame>
      <p:sp>
        <p:nvSpPr>
          <p:cNvPr id="6" name="Cím 1">
            <a:extLst>
              <a:ext uri="{FF2B5EF4-FFF2-40B4-BE49-F238E27FC236}">
                <a16:creationId xmlns:a16="http://schemas.microsoft.com/office/drawing/2014/main" id="{918779A2-7866-BF6D-EE9B-1793EDEF03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5371" y="383087"/>
            <a:ext cx="10440000" cy="1008000"/>
          </a:xfrm>
        </p:spPr>
        <p:txBody>
          <a:bodyPr>
            <a:normAutofit/>
          </a:bodyPr>
          <a:lstStyle/>
          <a:p>
            <a:r>
              <a:rPr lang="en-GB" sz="4000" noProof="0"/>
              <a:t>Results I.</a:t>
            </a:r>
          </a:p>
        </p:txBody>
      </p:sp>
    </p:spTree>
    <p:extLst>
      <p:ext uri="{BB962C8B-B14F-4D97-AF65-F5344CB8AC3E}">
        <p14:creationId xmlns:p14="http://schemas.microsoft.com/office/powerpoint/2010/main" val="2134837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593794-9C69-55CD-3D3B-8D2D84DCE1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Tartalom helye 3">
            <a:extLst>
              <a:ext uri="{FF2B5EF4-FFF2-40B4-BE49-F238E27FC236}">
                <a16:creationId xmlns:a16="http://schemas.microsoft.com/office/drawing/2014/main" id="{17A73616-02B3-23FC-9739-C5D790ADE9CB}"/>
              </a:ext>
            </a:extLst>
          </p:cNvPr>
          <p:cNvPicPr>
            <a:picLocks noGrp="1" noChangeAspect="1"/>
          </p:cNvPicPr>
          <p:nvPr>
            <p:ph sz="quarter" idx="1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553" r="24041"/>
          <a:stretch>
            <a:fillRect/>
          </a:stretch>
        </p:blipFill>
        <p:spPr>
          <a:xfrm>
            <a:off x="525371" y="1253450"/>
            <a:ext cx="4455269" cy="4933950"/>
          </a:xfrm>
          <a:ln>
            <a:solidFill>
              <a:schemeClr val="tx1"/>
            </a:solidFill>
          </a:ln>
        </p:spPr>
      </p:pic>
      <p:sp>
        <p:nvSpPr>
          <p:cNvPr id="6" name="Cím 1">
            <a:extLst>
              <a:ext uri="{FF2B5EF4-FFF2-40B4-BE49-F238E27FC236}">
                <a16:creationId xmlns:a16="http://schemas.microsoft.com/office/drawing/2014/main" id="{99735B89-A21C-5F2D-630D-4B7C67A245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5371" y="383087"/>
            <a:ext cx="10440000" cy="1008000"/>
          </a:xfrm>
        </p:spPr>
        <p:txBody>
          <a:bodyPr>
            <a:normAutofit/>
          </a:bodyPr>
          <a:lstStyle/>
          <a:p>
            <a:r>
              <a:rPr lang="en-GB" sz="4000" noProof="0"/>
              <a:t>Results II.</a:t>
            </a:r>
          </a:p>
        </p:txBody>
      </p:sp>
      <p:pic>
        <p:nvPicPr>
          <p:cNvPr id="7" name="Kép 6">
            <a:extLst>
              <a:ext uri="{FF2B5EF4-FFF2-40B4-BE49-F238E27FC236}">
                <a16:creationId xmlns:a16="http://schemas.microsoft.com/office/drawing/2014/main" id="{60920F25-6BC2-39BC-6AEF-A5CA944712B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761" r="16879"/>
          <a:stretch>
            <a:fillRect/>
          </a:stretch>
        </p:blipFill>
        <p:spPr>
          <a:xfrm>
            <a:off x="5745371" y="1253450"/>
            <a:ext cx="5643492" cy="493560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2874425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5FE57C-8182-3C3D-69C6-54356E3647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Tartalom helye 3">
            <a:extLst>
              <a:ext uri="{FF2B5EF4-FFF2-40B4-BE49-F238E27FC236}">
                <a16:creationId xmlns:a16="http://schemas.microsoft.com/office/drawing/2014/main" id="{97E2E8E5-6B98-198B-1F74-F2B326632868}"/>
              </a:ext>
            </a:extLst>
          </p:cNvPr>
          <p:cNvPicPr>
            <a:picLocks noGrp="1" noChangeAspect="1"/>
          </p:cNvPicPr>
          <p:nvPr>
            <p:ph sz="quarter" idx="1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553" r="24041"/>
          <a:stretch>
            <a:fillRect/>
          </a:stretch>
        </p:blipFill>
        <p:spPr>
          <a:xfrm>
            <a:off x="2947559" y="16812"/>
            <a:ext cx="6176986" cy="6840651"/>
          </a:xfrm>
          <a:ln>
            <a:solidFill>
              <a:schemeClr val="bg1"/>
            </a:solidFill>
          </a:ln>
        </p:spPr>
      </p:pic>
      <p:sp>
        <p:nvSpPr>
          <p:cNvPr id="2" name="Téglalap 1">
            <a:extLst>
              <a:ext uri="{FF2B5EF4-FFF2-40B4-BE49-F238E27FC236}">
                <a16:creationId xmlns:a16="http://schemas.microsoft.com/office/drawing/2014/main" id="{6D4A1A2D-B6EE-4A92-3CEE-74D92F2205AF}"/>
              </a:ext>
            </a:extLst>
          </p:cNvPr>
          <p:cNvSpPr/>
          <p:nvPr/>
        </p:nvSpPr>
        <p:spPr>
          <a:xfrm>
            <a:off x="10272409" y="0"/>
            <a:ext cx="1919591" cy="212063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54105104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8B7780-3A41-54E5-FD7D-6E319DAEBE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Tartalom helye 3">
            <a:extLst>
              <a:ext uri="{FF2B5EF4-FFF2-40B4-BE49-F238E27FC236}">
                <a16:creationId xmlns:a16="http://schemas.microsoft.com/office/drawing/2014/main" id="{01EDFB18-711F-E16B-C87C-4FF98246AC45}"/>
              </a:ext>
            </a:extLst>
          </p:cNvPr>
          <p:cNvPicPr>
            <a:picLocks noGrp="1" noChangeAspect="1"/>
          </p:cNvPicPr>
          <p:nvPr>
            <p:ph sz="quarter" idx="1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553" r="24041"/>
          <a:stretch>
            <a:fillRect/>
          </a:stretch>
        </p:blipFill>
        <p:spPr>
          <a:xfrm>
            <a:off x="525371" y="1253450"/>
            <a:ext cx="4455269" cy="4933950"/>
          </a:xfrm>
          <a:ln>
            <a:solidFill>
              <a:schemeClr val="tx1"/>
            </a:solidFill>
          </a:ln>
        </p:spPr>
      </p:pic>
      <p:sp>
        <p:nvSpPr>
          <p:cNvPr id="6" name="Cím 1">
            <a:extLst>
              <a:ext uri="{FF2B5EF4-FFF2-40B4-BE49-F238E27FC236}">
                <a16:creationId xmlns:a16="http://schemas.microsoft.com/office/drawing/2014/main" id="{80CA62D0-44C3-6390-B28E-BB1557DC38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5371" y="383087"/>
            <a:ext cx="10440000" cy="1008000"/>
          </a:xfrm>
        </p:spPr>
        <p:txBody>
          <a:bodyPr>
            <a:normAutofit/>
          </a:bodyPr>
          <a:lstStyle/>
          <a:p>
            <a:r>
              <a:rPr lang="en-GB" sz="4000" noProof="0"/>
              <a:t>Results II.</a:t>
            </a:r>
          </a:p>
        </p:txBody>
      </p:sp>
      <p:pic>
        <p:nvPicPr>
          <p:cNvPr id="7" name="Kép 6">
            <a:extLst>
              <a:ext uri="{FF2B5EF4-FFF2-40B4-BE49-F238E27FC236}">
                <a16:creationId xmlns:a16="http://schemas.microsoft.com/office/drawing/2014/main" id="{115659A7-D14D-9D12-922A-BFB20D3FE32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761" r="16879"/>
          <a:stretch>
            <a:fillRect/>
          </a:stretch>
        </p:blipFill>
        <p:spPr>
          <a:xfrm>
            <a:off x="5745371" y="1253450"/>
            <a:ext cx="5643492" cy="493560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0296938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B7EF01-E78D-85FB-B1E8-E55943CC69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églalap 1">
            <a:extLst>
              <a:ext uri="{FF2B5EF4-FFF2-40B4-BE49-F238E27FC236}">
                <a16:creationId xmlns:a16="http://schemas.microsoft.com/office/drawing/2014/main" id="{411BEDEF-6DB6-744B-EE7C-17DC6A6D5E29}"/>
              </a:ext>
            </a:extLst>
          </p:cNvPr>
          <p:cNvSpPr/>
          <p:nvPr/>
        </p:nvSpPr>
        <p:spPr>
          <a:xfrm>
            <a:off x="10272409" y="0"/>
            <a:ext cx="1919591" cy="212063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pic>
        <p:nvPicPr>
          <p:cNvPr id="6" name="Kép 5">
            <a:extLst>
              <a:ext uri="{FF2B5EF4-FFF2-40B4-BE49-F238E27FC236}">
                <a16:creationId xmlns:a16="http://schemas.microsoft.com/office/drawing/2014/main" id="{C002CA93-3CFB-C6B0-97E6-3BF6FDB360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761" r="16879"/>
          <a:stretch>
            <a:fillRect/>
          </a:stretch>
        </p:blipFill>
        <p:spPr>
          <a:xfrm>
            <a:off x="2239092" y="0"/>
            <a:ext cx="7821038" cy="684000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44234139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Kép 5">
            <a:extLst>
              <a:ext uri="{FF2B5EF4-FFF2-40B4-BE49-F238E27FC236}">
                <a16:creationId xmlns:a16="http://schemas.microsoft.com/office/drawing/2014/main" id="{A78F14AD-020D-6332-7D6F-4F9EEFDF4A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10869" y="3329621"/>
            <a:ext cx="3074521" cy="3174100"/>
          </a:xfrm>
          <a:prstGeom prst="rect">
            <a:avLst/>
          </a:prstGeom>
        </p:spPr>
      </p:pic>
      <p:sp>
        <p:nvSpPr>
          <p:cNvPr id="9" name="Cím 1">
            <a:extLst>
              <a:ext uri="{FF2B5EF4-FFF2-40B4-BE49-F238E27FC236}">
                <a16:creationId xmlns:a16="http://schemas.microsoft.com/office/drawing/2014/main" id="{59E22DE7-3D7A-52B3-7D3C-3C33CE85AD33}"/>
              </a:ext>
            </a:extLst>
          </p:cNvPr>
          <p:cNvSpPr txBox="1">
            <a:spLocks/>
          </p:cNvSpPr>
          <p:nvPr/>
        </p:nvSpPr>
        <p:spPr>
          <a:xfrm>
            <a:off x="525371" y="383087"/>
            <a:ext cx="10440000" cy="1008000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800" b="1" kern="1200">
                <a:solidFill>
                  <a:srgbClr val="1B213E"/>
                </a:solidFill>
                <a:latin typeface="Georgia" panose="02040502050405020303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GB" sz="4000" noProof="0" dirty="0"/>
              <a:t>Conclusion</a:t>
            </a:r>
          </a:p>
        </p:txBody>
      </p:sp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0F85F6FE-F4E3-DC96-8768-EA3DB9C9F44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13730823"/>
              </p:ext>
            </p:extLst>
          </p:nvPr>
        </p:nvGraphicFramePr>
        <p:xfrm>
          <a:off x="525371" y="1187561"/>
          <a:ext cx="8485498" cy="563700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3" name="Dia számának helye 2">
            <a:extLst>
              <a:ext uri="{FF2B5EF4-FFF2-40B4-BE49-F238E27FC236}">
                <a16:creationId xmlns:a16="http://schemas.microsoft.com/office/drawing/2014/main" id="{8FA36AC7-AD49-02BB-F55A-FD9279398DED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40D82AF8-DAE6-4D6F-8BAF-2824A2558C02}" type="slidenum">
              <a:rPr lang="en-GB" noProof="0" smtClean="0"/>
              <a:t>14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5665467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3FF83438-1FE6-4949-B976-5751A6C9897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5FA2A3A9-F209-4A28-AE2F-7730AB9217D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E2125982-5C51-4594-B77C-60F617E8F5B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8E2A4574-3850-467D-8AFD-9428B9B3E46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7" grpId="0">
        <p:bldSub>
          <a:bldDgm bld="one"/>
        </p:bldSub>
      </p:bldGraphic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graph of death over the age&#10;&#10;AI-generated content may be incorrect.">
            <a:extLst>
              <a:ext uri="{FF2B5EF4-FFF2-40B4-BE49-F238E27FC236}">
                <a16:creationId xmlns:a16="http://schemas.microsoft.com/office/drawing/2014/main" id="{F4E5997E-53E1-349A-36C2-93A12276DE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195" y="983436"/>
            <a:ext cx="10817609" cy="5571067"/>
          </a:xfrm>
          <a:prstGeom prst="rect">
            <a:avLst/>
          </a:prstGeom>
        </p:spPr>
      </p:pic>
      <p:sp>
        <p:nvSpPr>
          <p:cNvPr id="11" name="Cím 1">
            <a:extLst>
              <a:ext uri="{FF2B5EF4-FFF2-40B4-BE49-F238E27FC236}">
                <a16:creationId xmlns:a16="http://schemas.microsoft.com/office/drawing/2014/main" id="{011F98AB-26CB-00B5-F373-28626EC35830}"/>
              </a:ext>
            </a:extLst>
          </p:cNvPr>
          <p:cNvSpPr txBox="1">
            <a:spLocks/>
          </p:cNvSpPr>
          <p:nvPr/>
        </p:nvSpPr>
        <p:spPr>
          <a:xfrm>
            <a:off x="525371" y="383087"/>
            <a:ext cx="10440000" cy="1008000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800" b="1" kern="1200">
                <a:solidFill>
                  <a:srgbClr val="1B213E"/>
                </a:solidFill>
                <a:latin typeface="Georgia" panose="02040502050405020303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GB" sz="4000" noProof="0" dirty="0"/>
              <a:t>Intuition/question</a:t>
            </a:r>
          </a:p>
        </p:txBody>
      </p:sp>
    </p:spTree>
    <p:extLst>
      <p:ext uri="{BB962C8B-B14F-4D97-AF65-F5344CB8AC3E}">
        <p14:creationId xmlns:p14="http://schemas.microsoft.com/office/powerpoint/2010/main" val="132816079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zövegdoboz 1">
            <a:extLst>
              <a:ext uri="{FF2B5EF4-FFF2-40B4-BE49-F238E27FC236}">
                <a16:creationId xmlns:a16="http://schemas.microsoft.com/office/drawing/2014/main" id="{FC4075A5-7CDC-A61D-D481-2D21B8730E91}"/>
              </a:ext>
            </a:extLst>
          </p:cNvPr>
          <p:cNvSpPr txBox="1"/>
          <p:nvPr/>
        </p:nvSpPr>
        <p:spPr>
          <a:xfrm>
            <a:off x="6095999" y="2227634"/>
            <a:ext cx="5489643" cy="1754326"/>
          </a:xfrm>
          <a:prstGeom prst="rect">
            <a:avLst/>
          </a:prstGeom>
          <a:solidFill>
            <a:srgbClr val="FFFFFF"/>
          </a:solidFill>
        </p:spPr>
        <p:txBody>
          <a:bodyPr wrap="square" rtlCol="0">
            <a:spAutoFit/>
          </a:bodyPr>
          <a:lstStyle/>
          <a:p>
            <a:r>
              <a:rPr lang="en-GB" sz="5400" b="1" noProof="0">
                <a:solidFill>
                  <a:srgbClr val="1A203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 for your attention!</a:t>
            </a:r>
          </a:p>
        </p:txBody>
      </p:sp>
      <p:sp>
        <p:nvSpPr>
          <p:cNvPr id="3" name="Szövegdoboz 2">
            <a:extLst>
              <a:ext uri="{FF2B5EF4-FFF2-40B4-BE49-F238E27FC236}">
                <a16:creationId xmlns:a16="http://schemas.microsoft.com/office/drawing/2014/main" id="{8AC10D1C-DD79-B615-E4E9-42F5037E30C3}"/>
              </a:ext>
            </a:extLst>
          </p:cNvPr>
          <p:cNvSpPr txBox="1"/>
          <p:nvPr/>
        </p:nvSpPr>
        <p:spPr>
          <a:xfrm>
            <a:off x="6096000" y="5350213"/>
            <a:ext cx="439690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noProof="0">
                <a:solidFill>
                  <a:srgbClr val="1A203D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bendeguz.birkamyer@stud.uni-corvinus.hu</a:t>
            </a:r>
            <a:endParaRPr lang="en-GB" noProof="0">
              <a:solidFill>
                <a:srgbClr val="1A203D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noProof="0">
                <a:solidFill>
                  <a:srgbClr val="1A203D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bojta.racz@stud.uni-corvinus.hu</a:t>
            </a:r>
            <a:endParaRPr lang="en-GB" noProof="0">
              <a:solidFill>
                <a:srgbClr val="1A203D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noProof="0">
                <a:solidFill>
                  <a:srgbClr val="1A203D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kristof.legradi@stud.uni-corvinus.hu</a:t>
            </a:r>
            <a:endParaRPr lang="en-GB" noProof="0">
              <a:solidFill>
                <a:srgbClr val="1A203D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noProof="0">
                <a:solidFill>
                  <a:srgbClr val="1A203D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roland.tuboly@stud.uni-corvinus.hu</a:t>
            </a:r>
            <a:endParaRPr lang="en-GB" noProof="0">
              <a:solidFill>
                <a:srgbClr val="1A203D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41138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B5948BCD315954681E2E9AAEEF8091B" ma:contentTypeVersion="8" ma:contentTypeDescription="Create a new document." ma:contentTypeScope="" ma:versionID="1d760fb444a23515a69f94db5b94e448">
  <xsd:schema xmlns:xsd="http://www.w3.org/2001/XMLSchema" xmlns:xs="http://www.w3.org/2001/XMLSchema" xmlns:p="http://schemas.microsoft.com/office/2006/metadata/properties" xmlns:ns3="76df26cd-823b-4842-8721-d65ba81bd836" xmlns:ns4="ac9c5530-a9ae-48cd-85bf-23cce08f242c" targetNamespace="http://schemas.microsoft.com/office/2006/metadata/properties" ma:root="true" ma:fieldsID="f504ee3e841f76addf4a4008314da158" ns3:_="" ns4:_="">
    <xsd:import namespace="76df26cd-823b-4842-8721-d65ba81bd836"/>
    <xsd:import namespace="ac9c5530-a9ae-48cd-85bf-23cce08f242c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ObjectDetectorVersion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6df26cd-823b-4842-8721-d65ba81bd83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_activity" ma:index="10" nillable="true" ma:displayName="_activity" ma:hidden="true" ma:internalName="_activity">
      <xsd:simpleType>
        <xsd:restriction base="dms:Note"/>
      </xsd:simpleType>
    </xsd:element>
    <xsd:element name="MediaServiceObjectDetectorVersions" ma:index="1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c9c5530-a9ae-48cd-85bf-23cce08f242c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3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76df26cd-823b-4842-8721-d65ba81bd836" xsi:nil="true"/>
  </documentManagement>
</p:properties>
</file>

<file path=customXml/itemProps1.xml><?xml version="1.0" encoding="utf-8"?>
<ds:datastoreItem xmlns:ds="http://schemas.openxmlformats.org/officeDocument/2006/customXml" ds:itemID="{E976E40A-C2B0-470D-ABF2-45082A858189}">
  <ds:schemaRefs>
    <ds:schemaRef ds:uri="76df26cd-823b-4842-8721-d65ba81bd836"/>
    <ds:schemaRef ds:uri="ac9c5530-a9ae-48cd-85bf-23cce08f242c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E87D556A-8522-4C2C-84AF-62FD0D44ABB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496E44F-1CF8-4D5C-B98D-EC6A3228784A}">
  <ds:schemaRefs>
    <ds:schemaRef ds:uri="http://schemas.microsoft.com/office/2006/documentManagement/types"/>
    <ds:schemaRef ds:uri="http://purl.org/dc/dcmitype/"/>
    <ds:schemaRef ds:uri="ac9c5530-a9ae-48cd-85bf-23cce08f242c"/>
    <ds:schemaRef ds:uri="http://purl.org/dc/terms/"/>
    <ds:schemaRef ds:uri="76df26cd-823b-4842-8721-d65ba81bd836"/>
    <ds:schemaRef ds:uri="http://www.w3.org/XML/1998/namespace"/>
    <ds:schemaRef ds:uri="http://purl.org/dc/elements/1.1/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0</TotalTime>
  <Words>366</Words>
  <Application>Microsoft Office PowerPoint</Application>
  <PresentationFormat>Widescreen</PresentationFormat>
  <Paragraphs>100</Paragraphs>
  <Slides>16</Slides>
  <Notes>4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Office-téma</vt:lpstr>
      <vt:lpstr>PowerPoint Presentation</vt:lpstr>
      <vt:lpstr>  Comparing SVD and Poisson MLE Lee-Carter models</vt:lpstr>
      <vt:lpstr>Motivation</vt:lpstr>
      <vt:lpstr>Research question</vt:lpstr>
      <vt:lpstr>Data</vt:lpstr>
      <vt:lpstr>The Lee-Carter Model</vt:lpstr>
      <vt:lpstr>Methodology I.</vt:lpstr>
      <vt:lpstr>Methodology II.</vt:lpstr>
      <vt:lpstr>Results I.</vt:lpstr>
      <vt:lpstr>Results II.</vt:lpstr>
      <vt:lpstr>PowerPoint Presentation</vt:lpstr>
      <vt:lpstr>Results II.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Légrádi Kristóf</dc:creator>
  <cp:lastModifiedBy>Tuboly Roland Levente</cp:lastModifiedBy>
  <cp:revision>2</cp:revision>
  <dcterms:created xsi:type="dcterms:W3CDTF">2025-06-12T15:55:28Z</dcterms:created>
  <dcterms:modified xsi:type="dcterms:W3CDTF">2025-12-09T22:13:56Z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0x0101006B5948BCD315954681E2E9AAEEF8091B</vt:lpwstr>
  </property>
</Properties>
</file>